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gif" ContentType="image/gif"/>
  <Default Extension="sigs" ContentType="application/vnd.openxmlformats-package.digital-signature-origin"/>
  <Override PartName="/ppt/presentation.xml" ContentType="application/vnd.openxmlformats-officedocument.presentationml.presentation.main+xml"/>
  <Override PartName="/ppt/slides/slide30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1.xml" ContentType="application/vnd.openxmlformats-officedocument.presentationml.slide+xml"/>
  <Override PartName="/ppt/slides/slide2.xml" ContentType="application/vnd.openxmlformats-officedocument.presentationml.slide+xml"/>
  <Override PartName="/ppt/slides/slide32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39.xml" ContentType="application/vnd.openxmlformats-officedocument.presentationml.slide+xml"/>
  <Override PartName="/ppt/slides/slide1.xml" ContentType="application/vnd.openxmlformats-officedocument.presentationml.slide+xml"/>
  <Override PartName="/ppt/slides/slide37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8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5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_xmlsignatures/sig1.xml" ContentType="application/vnd.openxmlformats-package.digital-signature-xmlsignatur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package/2006/relationships/digital-signature/origin" Target="_xmlsignatures/origin.sigs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5"/>
  </p:notesMasterIdLst>
  <p:sldIdLst>
    <p:sldId id="256" r:id="rId2"/>
    <p:sldId id="257" r:id="rId3"/>
    <p:sldId id="280" r:id="rId4"/>
    <p:sldId id="259" r:id="rId5"/>
    <p:sldId id="260" r:id="rId6"/>
    <p:sldId id="261" r:id="rId7"/>
    <p:sldId id="262" r:id="rId8"/>
    <p:sldId id="263" r:id="rId9"/>
    <p:sldId id="284" r:id="rId10"/>
    <p:sldId id="285" r:id="rId11"/>
    <p:sldId id="264" r:id="rId12"/>
    <p:sldId id="265" r:id="rId13"/>
    <p:sldId id="266" r:id="rId14"/>
    <p:sldId id="267" r:id="rId15"/>
    <p:sldId id="268" r:id="rId16"/>
    <p:sldId id="279" r:id="rId17"/>
    <p:sldId id="283" r:id="rId18"/>
    <p:sldId id="282" r:id="rId19"/>
    <p:sldId id="278" r:id="rId20"/>
    <p:sldId id="293" r:id="rId21"/>
    <p:sldId id="294" r:id="rId22"/>
    <p:sldId id="295" r:id="rId23"/>
    <p:sldId id="296" r:id="rId24"/>
    <p:sldId id="297" r:id="rId25"/>
    <p:sldId id="269" r:id="rId26"/>
    <p:sldId id="281" r:id="rId27"/>
    <p:sldId id="298" r:id="rId28"/>
    <p:sldId id="299" r:id="rId29"/>
    <p:sldId id="300" r:id="rId30"/>
    <p:sldId id="270" r:id="rId31"/>
    <p:sldId id="271" r:id="rId32"/>
    <p:sldId id="276" r:id="rId33"/>
    <p:sldId id="289" r:id="rId34"/>
    <p:sldId id="290" r:id="rId35"/>
    <p:sldId id="291" r:id="rId36"/>
    <p:sldId id="286" r:id="rId37"/>
    <p:sldId id="287" r:id="rId38"/>
    <p:sldId id="288" r:id="rId39"/>
    <p:sldId id="274" r:id="rId40"/>
    <p:sldId id="272" r:id="rId41"/>
    <p:sldId id="292" r:id="rId42"/>
    <p:sldId id="275" r:id="rId43"/>
    <p:sldId id="277" r:id="rId44"/>
  </p:sldIdLst>
  <p:sldSz cx="18288000" cy="10287000"/>
  <p:notesSz cx="6858000" cy="9144000"/>
  <p:embeddedFontLst>
    <p:embeddedFont>
      <p:font typeface="맑은 고딕" panose="020B0503020000020004" pitchFamily="34" charset="-127"/>
      <p:regular r:id="rId46"/>
      <p:bold r:id="rId47"/>
    </p:embeddedFont>
    <p:embeddedFont>
      <p:font typeface="Calibri" panose="020F0502020204030204" pitchFamily="34" charset="0"/>
      <p:regular r:id="rId48"/>
      <p:bold r:id="rId49"/>
      <p:italic r:id="rId50"/>
      <p:boldItalic r:id="rId5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 전 설명" id="{6DD12953-1F1F-4542-B7BE-54E333D9509A}">
          <p14:sldIdLst>
            <p14:sldId id="256"/>
            <p14:sldId id="257"/>
            <p14:sldId id="280"/>
            <p14:sldId id="259"/>
            <p14:sldId id="260"/>
            <p14:sldId id="261"/>
            <p14:sldId id="262"/>
          </p14:sldIdLst>
        </p14:section>
        <p14:section name="PLC" id="{F17830AC-BE86-4831-978D-816B342D1464}">
          <p14:sldIdLst>
            <p14:sldId id="263"/>
            <p14:sldId id="284"/>
            <p14:sldId id="285"/>
            <p14:sldId id="264"/>
            <p14:sldId id="265"/>
            <p14:sldId id="266"/>
            <p14:sldId id="267"/>
          </p14:sldIdLst>
        </p14:section>
        <p14:section name="ESP" id="{BED1A68F-CE35-418C-A031-CED524C779FE}">
          <p14:sldIdLst>
            <p14:sldId id="268"/>
            <p14:sldId id="279"/>
            <p14:sldId id="283"/>
            <p14:sldId id="282"/>
            <p14:sldId id="278"/>
            <p14:sldId id="293"/>
            <p14:sldId id="294"/>
            <p14:sldId id="295"/>
            <p14:sldId id="296"/>
            <p14:sldId id="297"/>
            <p14:sldId id="269"/>
            <p14:sldId id="281"/>
            <p14:sldId id="298"/>
            <p14:sldId id="299"/>
            <p14:sldId id="300"/>
          </p14:sldIdLst>
        </p14:section>
        <p14:section name="근접센서 &amp; 릴레이" id="{C9AE32E3-0A76-47C1-BB39-368435944780}">
          <p14:sldIdLst>
            <p14:sldId id="270"/>
            <p14:sldId id="271"/>
          </p14:sldIdLst>
        </p14:section>
        <p14:section name="HIM" id="{85DC5735-EB28-49F7-9299-4C8D147EE6CF}">
          <p14:sldIdLst>
            <p14:sldId id="276"/>
            <p14:sldId id="289"/>
            <p14:sldId id="290"/>
            <p14:sldId id="291"/>
            <p14:sldId id="286"/>
            <p14:sldId id="287"/>
            <p14:sldId id="288"/>
          </p14:sldIdLst>
        </p14:section>
        <p14:section name="시연 전 설명" id="{E5E08190-BA76-4C1A-97FA-B7A8748F66DB}">
          <p14:sldIdLst>
            <p14:sldId id="274"/>
            <p14:sldId id="272"/>
            <p14:sldId id="292"/>
          </p14:sldIdLst>
        </p14:section>
        <p14:section name="시연" id="{36586A00-764E-4C9C-B099-F0DFB2B8EE3C}">
          <p14:sldIdLst>
            <p14:sldId id="275"/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53A451"/>
    <a:srgbClr val="E9EDF4"/>
    <a:srgbClr val="D0D8E8"/>
    <a:srgbClr val="A86C00"/>
    <a:srgbClr val="3479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6899" autoAdjust="0"/>
  </p:normalViewPr>
  <p:slideViewPr>
    <p:cSldViewPr>
      <p:cViewPr varScale="1">
        <p:scale>
          <a:sx n="94" d="100"/>
          <a:sy n="94" d="100"/>
        </p:scale>
        <p:origin x="294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2.fntdata"/><Relationship Id="rId50" Type="http://schemas.openxmlformats.org/officeDocument/2006/relationships/font" Target="fonts/font5.fntdata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font" Target="fonts/font6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CB5EE-CF7D-4028-8A90-923CE2F8B1E2}" type="datetimeFigureOut">
              <a:rPr lang="ko-KR" altLang="en-US" smtClean="0"/>
              <a:t>2026-10-16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2BC07-D1D1-4809-B567-B427441CAB39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71197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7438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11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866141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13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38192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16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875430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17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772811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18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1589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20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6102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64060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22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073625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70380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24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826274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ㄹㅇㄷ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25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7700665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530317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626948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28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34632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29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193734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C2BC07-D1D1-4809-B567-B427441CAB39}" type="slidenum">
              <a:rPr lang="ko-KR" altLang="en-US" smtClean="0"/>
              <a:t>41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311138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Layouts/_rels/slideLayout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11" Type="http://schemas.openxmlformats.org/officeDocument/2006/relationships/image" Target="../media/image5.svg"/><Relationship Id="rId5" Type="http://schemas.openxmlformats.org/officeDocument/2006/relationships/image" Target="../media/image11.png"/><Relationship Id="rId10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9.sv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9">
            <a:extLst>
              <a:ext uri="{FF2B5EF4-FFF2-40B4-BE49-F238E27FC236}">
                <a16:creationId xmlns:a16="http://schemas.microsoft.com/office/drawing/2014/main" id="{0AD30F94-5902-43F1-A660-4A53540408F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367000" y="127000"/>
            <a:ext cx="2806700" cy="800100"/>
          </a:xfrm>
          <a:prstGeom prst="rect">
            <a:avLst/>
          </a:prstGeom>
        </p:spPr>
      </p:pic>
      <p:pic>
        <p:nvPicPr>
          <p:cNvPr id="27" name="Picture 3">
            <a:extLst>
              <a:ext uri="{FF2B5EF4-FFF2-40B4-BE49-F238E27FC236}">
                <a16:creationId xmlns:a16="http://schemas.microsoft.com/office/drawing/2014/main" id="{DD14F67D-5A6F-4B2E-906E-FFA15A0263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0800" y="-12700"/>
            <a:ext cx="1193800" cy="10344150"/>
          </a:xfrm>
          <a:prstGeom prst="rect">
            <a:avLst/>
          </a:prstGeom>
        </p:spPr>
      </p:pic>
      <p:pic>
        <p:nvPicPr>
          <p:cNvPr id="28" name="Picture 4">
            <a:extLst>
              <a:ext uri="{FF2B5EF4-FFF2-40B4-BE49-F238E27FC236}">
                <a16:creationId xmlns:a16="http://schemas.microsoft.com/office/drawing/2014/main" id="{CD75B689-01A1-4931-B9D0-1FB82AA88D7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1596241">
            <a:off x="-139700" y="1130300"/>
            <a:ext cx="18592800" cy="25400"/>
          </a:xfrm>
          <a:prstGeom prst="rect">
            <a:avLst/>
          </a:prstGeom>
        </p:spPr>
      </p:pic>
      <p:pic>
        <p:nvPicPr>
          <p:cNvPr id="30" name="Picture 3">
            <a:extLst>
              <a:ext uri="{FF2B5EF4-FFF2-40B4-BE49-F238E27FC236}">
                <a16:creationId xmlns:a16="http://schemas.microsoft.com/office/drawing/2014/main" id="{6508A1B0-F5DD-453D-81DB-3A28DEAFE343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-50800" y="-12700"/>
            <a:ext cx="1219200" cy="1193800"/>
          </a:xfrm>
          <a:prstGeom prst="rect">
            <a:avLst/>
          </a:prstGeom>
        </p:spPr>
      </p:pic>
      <p:pic>
        <p:nvPicPr>
          <p:cNvPr id="31" name="Picture 5">
            <a:extLst>
              <a:ext uri="{FF2B5EF4-FFF2-40B4-BE49-F238E27FC236}">
                <a16:creationId xmlns:a16="http://schemas.microsoft.com/office/drawing/2014/main" id="{78380D3D-74BA-44D5-84F1-982B534B755F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>
            <a:extLst>
              <a:ext uri="{FF2B5EF4-FFF2-40B4-BE49-F238E27FC236}">
                <a16:creationId xmlns:a16="http://schemas.microsoft.com/office/drawing/2014/main" id="{F90C2311-FDA8-482A-AC28-B38422D75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10" name="Picture 3">
            <a:extLst>
              <a:ext uri="{FF2B5EF4-FFF2-40B4-BE49-F238E27FC236}">
                <a16:creationId xmlns:a16="http://schemas.microsoft.com/office/drawing/2014/main" id="{38C2F7F3-52F5-483E-AC3D-496E9DDA96A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50800" y="-12700"/>
            <a:ext cx="1193800" cy="10344150"/>
          </a:xfrm>
          <a:prstGeom prst="rect">
            <a:avLst/>
          </a:prstGeom>
        </p:spPr>
      </p:pic>
      <p:pic>
        <p:nvPicPr>
          <p:cNvPr id="6" name="Picture 8">
            <a:extLst>
              <a:ext uri="{FF2B5EF4-FFF2-40B4-BE49-F238E27FC236}">
                <a16:creationId xmlns:a16="http://schemas.microsoft.com/office/drawing/2014/main" id="{AD185512-4C79-4768-B0C8-4F2EE4C62B7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5367000" y="127000"/>
            <a:ext cx="2806700" cy="800100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193BA269-AC1B-4EF7-9428-5B7C719A256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-50800" y="-12700"/>
            <a:ext cx="1219200" cy="1193800"/>
          </a:xfrm>
          <a:prstGeom prst="rect">
            <a:avLst/>
          </a:prstGeom>
        </p:spPr>
      </p:pic>
      <p:pic>
        <p:nvPicPr>
          <p:cNvPr id="8" name="Picture 5">
            <a:extLst>
              <a:ext uri="{FF2B5EF4-FFF2-40B4-BE49-F238E27FC236}">
                <a16:creationId xmlns:a16="http://schemas.microsoft.com/office/drawing/2014/main" id="{ABA50276-68CF-4E52-9F93-2C170586996C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9" name="Picture 4">
            <a:extLst>
              <a:ext uri="{FF2B5EF4-FFF2-40B4-BE49-F238E27FC236}">
                <a16:creationId xmlns:a16="http://schemas.microsoft.com/office/drawing/2014/main" id="{23E5729C-4223-4A47-A36B-2AA1C8888C4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21596241">
            <a:off x="-139700" y="1130300"/>
            <a:ext cx="18592800" cy="254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8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12" Type="http://schemas.openxmlformats.org/officeDocument/2006/relationships/image" Target="../media/image17.svg"/><Relationship Id="rId2" Type="http://schemas.openxmlformats.org/officeDocument/2006/relationships/image" Target="../media/image12.png"/><Relationship Id="rId16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svg"/><Relationship Id="rId11" Type="http://schemas.openxmlformats.org/officeDocument/2006/relationships/image" Target="../media/image16.png"/><Relationship Id="rId5" Type="http://schemas.openxmlformats.org/officeDocument/2006/relationships/image" Target="../media/image4.png"/><Relationship Id="rId15" Type="http://schemas.openxmlformats.org/officeDocument/2006/relationships/image" Target="../media/image20.png"/><Relationship Id="rId10" Type="http://schemas.openxmlformats.org/officeDocument/2006/relationships/image" Target="../media/image15.svg"/><Relationship Id="rId4" Type="http://schemas.openxmlformats.org/officeDocument/2006/relationships/image" Target="../media/image3.svg"/><Relationship Id="rId9" Type="http://schemas.openxmlformats.org/officeDocument/2006/relationships/image" Target="../media/image14.png"/><Relationship Id="rId14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23.svg"/><Relationship Id="rId21" Type="http://schemas.openxmlformats.org/officeDocument/2006/relationships/image" Target="../media/image44.png"/><Relationship Id="rId7" Type="http://schemas.openxmlformats.org/officeDocument/2006/relationships/image" Target="../media/image25.sv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image" Target="../media/image22.png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11" Type="http://schemas.openxmlformats.org/officeDocument/2006/relationships/image" Target="../media/image34.png"/><Relationship Id="rId5" Type="http://schemas.openxmlformats.org/officeDocument/2006/relationships/image" Target="../media/image30.svg"/><Relationship Id="rId15" Type="http://schemas.openxmlformats.org/officeDocument/2006/relationships/image" Target="../media/image38.png"/><Relationship Id="rId23" Type="http://schemas.openxmlformats.org/officeDocument/2006/relationships/image" Target="../media/image46.svg"/><Relationship Id="rId10" Type="http://schemas.openxmlformats.org/officeDocument/2006/relationships/image" Target="../media/image33.png"/><Relationship Id="rId19" Type="http://schemas.openxmlformats.org/officeDocument/2006/relationships/image" Target="../media/image42.png"/><Relationship Id="rId4" Type="http://schemas.openxmlformats.org/officeDocument/2006/relationships/image" Target="../media/image29.png"/><Relationship Id="rId9" Type="http://schemas.openxmlformats.org/officeDocument/2006/relationships/image" Target="../media/image32.png"/><Relationship Id="rId14" Type="http://schemas.openxmlformats.org/officeDocument/2006/relationships/image" Target="../media/image37.svg"/><Relationship Id="rId22" Type="http://schemas.openxmlformats.org/officeDocument/2006/relationships/image" Target="../media/image4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1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2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3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4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5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6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7.png"/><Relationship Id="rId5" Type="http://schemas.openxmlformats.org/officeDocument/2006/relationships/image" Target="../media/image61.png"/><Relationship Id="rId4" Type="http://schemas.openxmlformats.org/officeDocument/2006/relationships/image" Target="../media/image7.sv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7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8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0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1.png"/><Relationship Id="rId5" Type="http://schemas.openxmlformats.org/officeDocument/2006/relationships/image" Target="../media/image61.png"/><Relationship Id="rId4" Type="http://schemas.openxmlformats.org/officeDocument/2006/relationships/image" Target="../media/image9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6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8.jpe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6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9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9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92.gif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93.gif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94.gif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3" Type="http://schemas.openxmlformats.org/officeDocument/2006/relationships/image" Target="../media/image95.svg"/><Relationship Id="rId7" Type="http://schemas.openxmlformats.org/officeDocument/2006/relationships/image" Target="../media/image9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png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jpeg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4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1.png"/><Relationship Id="rId4" Type="http://schemas.openxmlformats.org/officeDocument/2006/relationships/image" Target="../media/image105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12700"/>
            <a:ext cx="18313400" cy="10312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2700" y="-12700"/>
            <a:ext cx="1181100" cy="10312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5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-3759">
            <a:off x="-139700" y="1130300"/>
            <a:ext cx="18592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-88900" y="-12700"/>
            <a:ext cx="12573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84400" y="4114800"/>
            <a:ext cx="101600" cy="6731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2273300"/>
            <a:ext cx="16954500" cy="10922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43400" y="1663700"/>
            <a:ext cx="2616200" cy="635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244600" y="152400"/>
            <a:ext cx="3124200" cy="9906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34200" y="1816100"/>
            <a:ext cx="5016500" cy="4699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1586501C-B9D2-4407-8FD1-DD544C77EA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0082425"/>
              </p:ext>
            </p:extLst>
          </p:nvPr>
        </p:nvGraphicFramePr>
        <p:xfrm>
          <a:off x="4267200" y="6315996"/>
          <a:ext cx="11683998" cy="1777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7333">
                  <a:extLst>
                    <a:ext uri="{9D8B030D-6E8A-4147-A177-3AD203B41FA5}">
                      <a16:colId xmlns:a16="http://schemas.microsoft.com/office/drawing/2014/main" val="3708706604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911228438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2266765158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3429379737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1678868600"/>
                    </a:ext>
                  </a:extLst>
                </a:gridCol>
                <a:gridCol w="1947333">
                  <a:extLst>
                    <a:ext uri="{9D8B030D-6E8A-4147-A177-3AD203B41FA5}">
                      <a16:colId xmlns:a16="http://schemas.microsoft.com/office/drawing/2014/main" val="3533795527"/>
                    </a:ext>
                  </a:extLst>
                </a:gridCol>
              </a:tblGrid>
              <a:tr h="888999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강대한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곽승근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박준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박세봉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서정훈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배동인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4948940"/>
                  </a:ext>
                </a:extLst>
              </a:tr>
              <a:tr h="888999"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남구현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이종민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유호성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 err="1">
                          <a:solidFill>
                            <a:schemeClr val="tx1"/>
                          </a:solidFill>
                        </a:rPr>
                        <a:t>이신석</a:t>
                      </a:r>
                      <a:endParaRPr lang="ko-KR" altLang="en-US" sz="4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이주원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dist" latinLnBrk="1"/>
                      <a:r>
                        <a:rPr lang="ko-KR" altLang="en-US" sz="4400" b="1" dirty="0">
                          <a:solidFill>
                            <a:schemeClr val="tx1"/>
                          </a:solidFill>
                        </a:rPr>
                        <a:t>나재원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1220015"/>
                  </a:ext>
                </a:extLst>
              </a:tr>
            </a:tbl>
          </a:graphicData>
        </a:graphic>
      </p:graphicFrame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2319000" y="4483100"/>
            <a:ext cx="11899900" cy="254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3759">
            <a:off x="-2374900" y="0"/>
            <a:ext cx="20828000" cy="254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54500" y="1600200"/>
            <a:ext cx="4775200" cy="9906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67200" y="3136900"/>
            <a:ext cx="5461000" cy="10922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05300" y="4902200"/>
            <a:ext cx="6108700" cy="990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BE946A-A278-465A-903E-3C50AC32304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3122661" y="5132512"/>
            <a:ext cx="10296000" cy="2197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FD09CAC-1DC1-4558-B806-59CBD97C489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21596241">
            <a:off x="-3962400" y="3683000"/>
            <a:ext cx="24726900" cy="25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24C785F-D0C5-4C92-ACF7-9C08C9B9F99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21596241">
            <a:off x="-2374900" y="0"/>
            <a:ext cx="20828000" cy="254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187A47-D252-4492-879E-2075E0C1B77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-1799857" y="5132516"/>
            <a:ext cx="10296000" cy="2197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6863B8-DFB8-44FD-B984-E1CFFFB8C1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200" y="685800"/>
            <a:ext cx="3035300" cy="6604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D2BA7D-171E-4EF6-A887-AF26783AED7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67200" y="1600200"/>
            <a:ext cx="1257300" cy="9906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85B6B6-81B8-4B1D-A666-75777DF7849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607800" y="1600200"/>
            <a:ext cx="1308100" cy="9906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F01AF36-0DA9-42C4-9EAE-698CF08A35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267200" y="2654300"/>
            <a:ext cx="54610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9DFEC57-3E50-4467-B671-524DB567B91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07800" y="2654300"/>
            <a:ext cx="5016500" cy="7112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C20A73-D25D-4B9E-88C3-AD690298FD1A}"/>
              </a:ext>
            </a:extLst>
          </p:cNvPr>
          <p:cNvPicPr>
            <a:picLocks noChangeAspect="1"/>
          </p:cNvPicPr>
          <p:nvPr/>
        </p:nvPicPr>
        <p:blipFill>
          <a:blip r:embed="rId1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rot="5399999">
            <a:off x="5529714" y="5134166"/>
            <a:ext cx="10296000" cy="18669"/>
          </a:xfrm>
          <a:prstGeom prst="rect">
            <a:avLst/>
          </a:prstGeom>
        </p:spPr>
      </p:pic>
      <p:pic>
        <p:nvPicPr>
          <p:cNvPr id="13" name="Picture 13">
            <a:extLst>
              <a:ext uri="{FF2B5EF4-FFF2-40B4-BE49-F238E27FC236}">
                <a16:creationId xmlns:a16="http://schemas.microsoft.com/office/drawing/2014/main" id="{D5C752F3-CCA3-4040-9F78-9FA738EE476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67200" y="6832600"/>
            <a:ext cx="1257300" cy="990600"/>
          </a:xfrm>
          <a:prstGeom prst="rect">
            <a:avLst/>
          </a:prstGeom>
        </p:spPr>
      </p:pic>
      <p:pic>
        <p:nvPicPr>
          <p:cNvPr id="14" name="Picture 14">
            <a:extLst>
              <a:ext uri="{FF2B5EF4-FFF2-40B4-BE49-F238E27FC236}">
                <a16:creationId xmlns:a16="http://schemas.microsoft.com/office/drawing/2014/main" id="{2F64D76F-C96C-4461-AB82-A7A7B654268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607800" y="6832600"/>
            <a:ext cx="1308100" cy="990600"/>
          </a:xfrm>
          <a:prstGeom prst="rect">
            <a:avLst/>
          </a:prstGeom>
        </p:spPr>
      </p:pic>
      <p:pic>
        <p:nvPicPr>
          <p:cNvPr id="15" name="Picture 15">
            <a:extLst>
              <a:ext uri="{FF2B5EF4-FFF2-40B4-BE49-F238E27FC236}">
                <a16:creationId xmlns:a16="http://schemas.microsoft.com/office/drawing/2014/main" id="{B31EBB7F-74BC-402B-916E-131A491EBA2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267200" y="7886700"/>
            <a:ext cx="5461000" cy="711200"/>
          </a:xfrm>
          <a:prstGeom prst="rect">
            <a:avLst/>
          </a:prstGeom>
        </p:spPr>
      </p:pic>
      <p:pic>
        <p:nvPicPr>
          <p:cNvPr id="16" name="Picture 16">
            <a:extLst>
              <a:ext uri="{FF2B5EF4-FFF2-40B4-BE49-F238E27FC236}">
                <a16:creationId xmlns:a16="http://schemas.microsoft.com/office/drawing/2014/main" id="{F8E7051F-3C16-4819-AFF1-2133C559536C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1607800" y="7886700"/>
            <a:ext cx="5016500" cy="711200"/>
          </a:xfrm>
          <a:prstGeom prst="rect">
            <a:avLst/>
          </a:prstGeom>
        </p:spPr>
      </p:pic>
      <p:pic>
        <p:nvPicPr>
          <p:cNvPr id="17" name="Picture 17">
            <a:extLst>
              <a:ext uri="{FF2B5EF4-FFF2-40B4-BE49-F238E27FC236}">
                <a16:creationId xmlns:a16="http://schemas.microsoft.com/office/drawing/2014/main" id="{AF6B301E-1484-4FA8-BF3A-C40DC0B1F078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267200" y="4279900"/>
            <a:ext cx="1257300" cy="990600"/>
          </a:xfrm>
          <a:prstGeom prst="rect">
            <a:avLst/>
          </a:prstGeom>
        </p:spPr>
      </p:pic>
      <p:pic>
        <p:nvPicPr>
          <p:cNvPr id="18" name="Picture 18">
            <a:extLst>
              <a:ext uri="{FF2B5EF4-FFF2-40B4-BE49-F238E27FC236}">
                <a16:creationId xmlns:a16="http://schemas.microsoft.com/office/drawing/2014/main" id="{C762C6BD-12D0-4A88-897C-3E65B04F33C9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1607800" y="4279900"/>
            <a:ext cx="1308100" cy="990600"/>
          </a:xfrm>
          <a:prstGeom prst="rect">
            <a:avLst/>
          </a:prstGeom>
        </p:spPr>
      </p:pic>
      <p:pic>
        <p:nvPicPr>
          <p:cNvPr id="19" name="Picture 19">
            <a:extLst>
              <a:ext uri="{FF2B5EF4-FFF2-40B4-BE49-F238E27FC236}">
                <a16:creationId xmlns:a16="http://schemas.microsoft.com/office/drawing/2014/main" id="{F38203F5-289C-4D08-94D5-69EDA4C68ECE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267200" y="5334000"/>
            <a:ext cx="5461000" cy="711200"/>
          </a:xfrm>
          <a:prstGeom prst="rect">
            <a:avLst/>
          </a:prstGeom>
        </p:spPr>
      </p:pic>
      <p:pic>
        <p:nvPicPr>
          <p:cNvPr id="20" name="Picture 20">
            <a:extLst>
              <a:ext uri="{FF2B5EF4-FFF2-40B4-BE49-F238E27FC236}">
                <a16:creationId xmlns:a16="http://schemas.microsoft.com/office/drawing/2014/main" id="{B4BD8EEB-9F87-4809-8762-5F74D5A69836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607800" y="5334000"/>
            <a:ext cx="5016500" cy="711200"/>
          </a:xfrm>
          <a:prstGeom prst="rect">
            <a:avLst/>
          </a:prstGeom>
        </p:spPr>
      </p:pic>
      <p:pic>
        <p:nvPicPr>
          <p:cNvPr id="21" name="Picture 21">
            <a:extLst>
              <a:ext uri="{FF2B5EF4-FFF2-40B4-BE49-F238E27FC236}">
                <a16:creationId xmlns:a16="http://schemas.microsoft.com/office/drawing/2014/main" id="{441B95A7-BC2C-476D-9DCF-8D4E5EE62CCE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21596241">
            <a:off x="-3962400" y="6426200"/>
            <a:ext cx="24726900" cy="2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737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00" y="1358900"/>
            <a:ext cx="4064000" cy="7112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00" y="3086100"/>
            <a:ext cx="16154400" cy="1270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" y="5130800"/>
            <a:ext cx="16154400" cy="1892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27000" y="508000"/>
            <a:ext cx="3048000" cy="889000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EE5930AD-F05F-451A-96B2-31560E83B54B}"/>
              </a:ext>
            </a:extLst>
          </p:cNvPr>
          <p:cNvGrpSpPr/>
          <p:nvPr/>
        </p:nvGrpSpPr>
        <p:grpSpPr>
          <a:xfrm>
            <a:off x="3060700" y="1701800"/>
            <a:ext cx="12166600" cy="8013700"/>
            <a:chOff x="3060700" y="1155700"/>
            <a:chExt cx="12166600" cy="80137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9347200" y="1155700"/>
              <a:ext cx="5880100" cy="38989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>
              <a:alphaModFix amt="90000"/>
            </a:blip>
            <a:stretch>
              <a:fillRect/>
            </a:stretch>
          </p:blipFill>
          <p:spPr>
            <a:xfrm>
              <a:off x="9347200" y="5270500"/>
              <a:ext cx="5880100" cy="38989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6">
              <a:alphaModFix amt="90000"/>
            </a:blip>
            <a:stretch>
              <a:fillRect/>
            </a:stretch>
          </p:blipFill>
          <p:spPr>
            <a:xfrm>
              <a:off x="3060700" y="1155700"/>
              <a:ext cx="5892800" cy="3898900"/>
            </a:xfrm>
            <a:prstGeom prst="rect">
              <a:avLst/>
            </a:prstGeom>
          </p:spPr>
        </p:pic>
        <p:pic>
          <p:nvPicPr>
            <p:cNvPr id="11" name="Picture 11"/>
            <p:cNvPicPr>
              <a:picLocks noChangeAspect="1"/>
            </p:cNvPicPr>
            <p:nvPr/>
          </p:nvPicPr>
          <p:blipFill>
            <a:blip r:embed="rId7">
              <a:alphaModFix amt="90000"/>
            </a:blip>
            <a:stretch>
              <a:fillRect/>
            </a:stretch>
          </p:blipFill>
          <p:spPr>
            <a:xfrm>
              <a:off x="3060700" y="5270500"/>
              <a:ext cx="5892800" cy="38989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0" y="508000"/>
            <a:ext cx="3048000" cy="889000"/>
          </a:xfrm>
          <a:prstGeom prst="rect">
            <a:avLst/>
          </a:prstGeom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E7440941-D599-42D8-8021-2AB4646CB415}"/>
              </a:ext>
            </a:extLst>
          </p:cNvPr>
          <p:cNvGrpSpPr/>
          <p:nvPr/>
        </p:nvGrpSpPr>
        <p:grpSpPr>
          <a:xfrm>
            <a:off x="3060700" y="2374900"/>
            <a:ext cx="12166600" cy="6578600"/>
            <a:chOff x="3060700" y="1155700"/>
            <a:chExt cx="12166600" cy="657860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>
              <a:off x="9347200" y="1155700"/>
              <a:ext cx="5880100" cy="65786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3060700" y="1155700"/>
              <a:ext cx="5892800" cy="657860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그룹 16">
            <a:extLst>
              <a:ext uri="{FF2B5EF4-FFF2-40B4-BE49-F238E27FC236}">
                <a16:creationId xmlns:a16="http://schemas.microsoft.com/office/drawing/2014/main" id="{7F6A618B-E407-4BC5-9B81-05AFA48CE097}"/>
              </a:ext>
            </a:extLst>
          </p:cNvPr>
          <p:cNvGrpSpPr/>
          <p:nvPr/>
        </p:nvGrpSpPr>
        <p:grpSpPr>
          <a:xfrm>
            <a:off x="3054350" y="1701800"/>
            <a:ext cx="12179300" cy="8013700"/>
            <a:chOff x="2133600" y="1155700"/>
            <a:chExt cx="12179300" cy="801370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2">
              <a:alphaModFix amt="90000"/>
            </a:blip>
            <a:stretch>
              <a:fillRect/>
            </a:stretch>
          </p:blipFill>
          <p:spPr>
            <a:xfrm>
              <a:off x="8432800" y="1155700"/>
              <a:ext cx="5880100" cy="3898900"/>
            </a:xfrm>
            <a:prstGeom prst="rect">
              <a:avLst/>
            </a:prstGeom>
          </p:spPr>
        </p:pic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>
              <a:off x="8432800" y="5270500"/>
              <a:ext cx="5880100" cy="3898900"/>
            </a:xfrm>
            <a:prstGeom prst="rect">
              <a:avLst/>
            </a:prstGeom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2133600" y="1155700"/>
              <a:ext cx="5892800" cy="38989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5">
              <a:alphaModFix amt="90000"/>
            </a:blip>
            <a:stretch>
              <a:fillRect/>
            </a:stretch>
          </p:blipFill>
          <p:spPr>
            <a:xfrm>
              <a:off x="2133600" y="5270500"/>
              <a:ext cx="5892800" cy="3898900"/>
            </a:xfrm>
            <a:prstGeom prst="rect">
              <a:avLst/>
            </a:prstGeom>
          </p:spPr>
        </p:pic>
      </p:grpSp>
      <p:pic>
        <p:nvPicPr>
          <p:cNvPr id="12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56C76B-5C7B-4BA1-93D1-62DC4E9E78F6}"/>
              </a:ext>
            </a:extLst>
          </p:cNvPr>
          <p:cNvGrpSpPr/>
          <p:nvPr/>
        </p:nvGrpSpPr>
        <p:grpSpPr>
          <a:xfrm>
            <a:off x="2796250" y="2713545"/>
            <a:ext cx="12695500" cy="4859911"/>
            <a:chOff x="1152000" y="1245276"/>
            <a:chExt cx="12695500" cy="4859911"/>
          </a:xfrm>
        </p:grpSpPr>
        <p:pic>
          <p:nvPicPr>
            <p:cNvPr id="19" name="Picture 9">
              <a:extLst>
                <a:ext uri="{FF2B5EF4-FFF2-40B4-BE49-F238E27FC236}">
                  <a16:creationId xmlns:a16="http://schemas.microsoft.com/office/drawing/2014/main" id="{6FF2F995-B3B5-4AB7-BE15-C25C809DA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1400" y="1245276"/>
              <a:ext cx="7670800" cy="646347"/>
            </a:xfrm>
            <a:prstGeom prst="rect">
              <a:avLst/>
            </a:prstGeom>
          </p:spPr>
        </p:pic>
        <p:pic>
          <p:nvPicPr>
            <p:cNvPr id="20" name="Picture 10">
              <a:extLst>
                <a:ext uri="{FF2B5EF4-FFF2-40B4-BE49-F238E27FC236}">
                  <a16:creationId xmlns:a16="http://schemas.microsoft.com/office/drawing/2014/main" id="{C23CEFD3-06B0-46D0-9BA5-2F717EA44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2000" y="2031536"/>
              <a:ext cx="3530600" cy="2831771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06D9EC2-EF1A-4F35-A92F-42934D4D56FB}"/>
                </a:ext>
              </a:extLst>
            </p:cNvPr>
            <p:cNvSpPr/>
            <p:nvPr/>
          </p:nvSpPr>
          <p:spPr>
            <a:xfrm>
              <a:off x="4715257" y="2311200"/>
              <a:ext cx="9132243" cy="3793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600" b="1" dirty="0">
                  <a:latin typeface="+mj-ea"/>
                </a:rPr>
                <a:t>1. </a:t>
              </a:r>
              <a:r>
                <a:rPr lang="ko-KR" altLang="en-US" sz="3600" b="1" dirty="0">
                  <a:latin typeface="+mj-ea"/>
                </a:rPr>
                <a:t>디지털 입력 명세서 </a:t>
              </a:r>
              <a:r>
                <a:rPr lang="en-US" altLang="ko-KR" sz="3600" b="1" dirty="0">
                  <a:latin typeface="+mj-ea"/>
                </a:rPr>
                <a:t>(Digital Input: 16</a:t>
              </a:r>
              <a:r>
                <a:rPr lang="ko-KR" altLang="en-US" sz="3600" b="1" dirty="0">
                  <a:latin typeface="+mj-ea"/>
                </a:rPr>
                <a:t>점</a:t>
              </a:r>
              <a:r>
                <a:rPr lang="en-US" altLang="ko-KR" sz="3600" b="1" dirty="0">
                  <a:latin typeface="+mj-ea"/>
                </a:rPr>
                <a:t>)</a:t>
              </a:r>
              <a:endParaRPr lang="en-US" altLang="ko-KR" sz="36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en-US" altLang="ko-KR" sz="3600" b="1" dirty="0">
                  <a:latin typeface="+mj-ea"/>
                </a:rPr>
                <a:t>PLC </a:t>
              </a:r>
              <a:r>
                <a:rPr lang="ko-KR" altLang="en-US" sz="3600" b="1" dirty="0">
                  <a:latin typeface="+mj-ea"/>
                </a:rPr>
                <a:t>주소</a:t>
              </a:r>
              <a:r>
                <a:rPr lang="en-US" altLang="ko-KR" sz="3600" b="1" dirty="0">
                  <a:latin typeface="+mj-ea"/>
                </a:rPr>
                <a:t>: P00000 ~ P0000F</a:t>
              </a: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ko-KR" altLang="en-US" sz="3600" b="1" dirty="0">
                  <a:latin typeface="+mj-ea"/>
                </a:rPr>
                <a:t>신호 방식</a:t>
              </a:r>
              <a:r>
                <a:rPr lang="en-US" altLang="ko-KR" sz="3600" b="1" dirty="0">
                  <a:latin typeface="+mj-ea"/>
                </a:rPr>
                <a:t>: DC 24V Sink/Source </a:t>
              </a:r>
              <a:r>
                <a:rPr lang="ko-KR" altLang="en-US" sz="3600" b="1" dirty="0">
                  <a:latin typeface="+mj-ea"/>
                </a:rPr>
                <a:t>타입</a:t>
              </a:r>
              <a:br>
                <a:rPr lang="en-US" altLang="ko-KR" sz="3600" b="1" dirty="0">
                  <a:latin typeface="+mj-ea"/>
                </a:rPr>
              </a:br>
              <a:endParaRPr lang="ko-KR" altLang="en-US" sz="3600" b="1" dirty="0">
                <a:latin typeface="+mj-ea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BF423F2-87D8-42D5-9371-2564BE42F4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4059969"/>
              </p:ext>
            </p:extLst>
          </p:nvPr>
        </p:nvGraphicFramePr>
        <p:xfrm>
          <a:off x="2857499" y="2349500"/>
          <a:ext cx="12573001" cy="77038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318469699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608182074"/>
                    </a:ext>
                  </a:extLst>
                </a:gridCol>
                <a:gridCol w="1493044">
                  <a:extLst>
                    <a:ext uri="{9D8B030D-6E8A-4147-A177-3AD203B41FA5}">
                      <a16:colId xmlns:a16="http://schemas.microsoft.com/office/drawing/2014/main" val="3863529746"/>
                    </a:ext>
                  </a:extLst>
                </a:gridCol>
                <a:gridCol w="5003007">
                  <a:extLst>
                    <a:ext uri="{9D8B030D-6E8A-4147-A177-3AD203B41FA5}">
                      <a16:colId xmlns:a16="http://schemas.microsoft.com/office/drawing/2014/main" val="28080026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1307476028"/>
                    </a:ext>
                  </a:extLst>
                </a:gridCol>
                <a:gridCol w="2095500">
                  <a:extLst>
                    <a:ext uri="{9D8B030D-6E8A-4147-A177-3AD203B41FA5}">
                      <a16:colId xmlns:a16="http://schemas.microsoft.com/office/drawing/2014/main" val="3822360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No.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effectLst/>
                        </a:rPr>
                        <a:t>PLC P</a:t>
                      </a:r>
                      <a:r>
                        <a:rPr lang="ko-KR" altLang="en-US" sz="1800" b="1" dirty="0">
                          <a:effectLst/>
                        </a:rPr>
                        <a:t>주소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태그명 </a:t>
                      </a:r>
                      <a:r>
                        <a:rPr lang="en-US" altLang="ko-KR" sz="1800" b="1" dirty="0">
                          <a:effectLst/>
                        </a:rPr>
                        <a:t>(</a:t>
                      </a:r>
                      <a:r>
                        <a:rPr lang="en-US" sz="1800" b="1" dirty="0">
                          <a:effectLst/>
                        </a:rPr>
                        <a:t>Symbol)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b="1" dirty="0">
                          <a:effectLst/>
                        </a:rPr>
                        <a:t>연결 장치 </a:t>
                      </a:r>
                      <a:r>
                        <a:rPr lang="en-US" altLang="ko-KR" sz="1800" b="1" dirty="0">
                          <a:effectLst/>
                        </a:rPr>
                        <a:t>/ </a:t>
                      </a:r>
                      <a:r>
                        <a:rPr lang="ko-KR" altLang="en-US" sz="1800" b="1" dirty="0">
                          <a:effectLst/>
                        </a:rPr>
                        <a:t>센서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접점 방식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800" b="1" dirty="0">
                          <a:effectLst/>
                        </a:rPr>
                        <a:t>비고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6682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9505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PB1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신호등 운용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NO (A</a:t>
                      </a:r>
                      <a:r>
                        <a:rPr lang="ko-KR" altLang="en-US" sz="1800" dirty="0">
                          <a:effectLst/>
                        </a:rPr>
                        <a:t>접점</a:t>
                      </a:r>
                      <a:r>
                        <a:rPr lang="en-US" altLang="ko-KR" sz="18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ESP 4ch</a:t>
                      </a:r>
                      <a:r>
                        <a:rPr lang="ko-KR" altLang="en-US" sz="1800" dirty="0">
                          <a:effectLst/>
                        </a:rPr>
                        <a:t>릴레이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K1 NO (A</a:t>
                      </a:r>
                      <a:r>
                        <a:rPr lang="ko-KR" altLang="en-US" sz="1800" dirty="0">
                          <a:effectLst/>
                        </a:rPr>
                        <a:t>접점</a:t>
                      </a:r>
                      <a:r>
                        <a:rPr lang="en-US" altLang="ko-KR" sz="18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71533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98799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PB2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점멸등 운용</a:t>
                      </a:r>
                      <a:r>
                        <a:rPr lang="en-US" altLang="ko-KR" sz="1800" dirty="0">
                          <a:effectLst/>
                        </a:rPr>
                        <a:t>,</a:t>
                      </a:r>
                      <a:r>
                        <a:rPr lang="ko-KR" altLang="en-US" sz="1800" dirty="0">
                          <a:effectLst/>
                        </a:rPr>
                        <a:t> 시퀀스 초기화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NC (B</a:t>
                      </a:r>
                      <a:r>
                        <a:rPr lang="ko-KR" altLang="en-US" sz="1800" dirty="0">
                          <a:effectLst/>
                        </a:rPr>
                        <a:t>접점</a:t>
                      </a:r>
                      <a:r>
                        <a:rPr lang="en-US" altLang="ko-KR" sz="1800" dirty="0">
                          <a:effectLst/>
                        </a:rPr>
                        <a:t>) &amp;</a:t>
                      </a:r>
                      <a:br>
                        <a:rPr lang="en-US" altLang="ko-KR" sz="1800" dirty="0">
                          <a:effectLst/>
                        </a:rPr>
                      </a:br>
                      <a:r>
                        <a:rPr lang="en-US" altLang="ko-KR" sz="1800" dirty="0">
                          <a:effectLst/>
                        </a:rPr>
                        <a:t>NO (A</a:t>
                      </a:r>
                      <a:r>
                        <a:rPr lang="ko-KR" altLang="en-US" sz="1800" dirty="0">
                          <a:effectLst/>
                        </a:rPr>
                        <a:t>접점</a:t>
                      </a:r>
                      <a:r>
                        <a:rPr lang="en-US" altLang="ko-KR" sz="18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ESP 4ch</a:t>
                      </a:r>
                      <a:r>
                        <a:rPr lang="ko-KR" altLang="en-US" sz="1800" dirty="0">
                          <a:effectLst/>
                        </a:rPr>
                        <a:t>릴레이</a:t>
                      </a:r>
                      <a:endParaRPr lang="en-US" altLang="ko-KR" sz="1800" dirty="0">
                        <a:effectLst/>
                      </a:endParaRPr>
                    </a:p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K2 NO (A</a:t>
                      </a:r>
                      <a:r>
                        <a:rPr lang="ko-KR" altLang="en-US" sz="1800" dirty="0">
                          <a:effectLst/>
                        </a:rPr>
                        <a:t>접점</a:t>
                      </a:r>
                      <a:r>
                        <a:rPr lang="en-US" altLang="ko-KR" sz="1800" dirty="0">
                          <a:effectLst/>
                        </a:rPr>
                        <a:t>)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0306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725317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08318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17957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P00007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17328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P00008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49170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P00009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EMG_Input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Capacitive </a:t>
                      </a:r>
                      <a:r>
                        <a:rPr lang="ko-KR" altLang="en-US" sz="1800" dirty="0">
                          <a:effectLst/>
                        </a:rPr>
                        <a:t>센서 동작 시</a:t>
                      </a:r>
                      <a:r>
                        <a:rPr lang="en-US" altLang="ko-KR" sz="1800" dirty="0">
                          <a:effectLst/>
                        </a:rPr>
                        <a:t> P0002C </a:t>
                      </a:r>
                      <a:r>
                        <a:rPr lang="ko-KR" altLang="en-US" sz="1800" dirty="0">
                          <a:effectLst/>
                        </a:rPr>
                        <a:t>출력</a:t>
                      </a:r>
                      <a:r>
                        <a:rPr lang="en-US" altLang="ko-KR" sz="1800" dirty="0">
                          <a:effectLst/>
                        </a:rPr>
                        <a:t>,</a:t>
                      </a:r>
                    </a:p>
                    <a:p>
                      <a:pPr algn="l"/>
                      <a:r>
                        <a:rPr lang="ko-KR" altLang="en-US" sz="1800" dirty="0">
                          <a:effectLst/>
                        </a:rPr>
                        <a:t>신호등 시퀀스 초기화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965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11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P0000A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564674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P0000B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18143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9924659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9443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582349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16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effectLst/>
                        </a:rPr>
                        <a:t>P0000F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sz="1800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445845795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88BB4573-1EBA-4655-AAA1-98F1EDD646EC}"/>
              </a:ext>
            </a:extLst>
          </p:cNvPr>
          <p:cNvSpPr/>
          <p:nvPr/>
        </p:nvSpPr>
        <p:spPr>
          <a:xfrm>
            <a:off x="1256400" y="1256400"/>
            <a:ext cx="92583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+mj-ea"/>
              </a:rPr>
              <a:t>1. </a:t>
            </a:r>
            <a:r>
              <a:rPr lang="ko-KR" altLang="en-US" sz="3600" b="1" dirty="0">
                <a:latin typeface="+mj-ea"/>
              </a:rPr>
              <a:t>디지털 입력 명세서 </a:t>
            </a:r>
            <a:r>
              <a:rPr lang="en-US" altLang="ko-KR" sz="3600" b="1" dirty="0">
                <a:latin typeface="+mj-ea"/>
              </a:rPr>
              <a:t>(Digital Input: 16</a:t>
            </a:r>
            <a:r>
              <a:rPr lang="ko-KR" altLang="en-US" sz="3600" b="1" dirty="0">
                <a:latin typeface="+mj-ea"/>
              </a:rPr>
              <a:t>점</a:t>
            </a:r>
            <a:r>
              <a:rPr lang="en-US" altLang="ko-KR" sz="3600" b="1" dirty="0">
                <a:latin typeface="+mj-ea"/>
              </a:rPr>
              <a:t>)</a:t>
            </a:r>
            <a:endParaRPr lang="ko-KR" altLang="en-US" sz="36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86148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8" name="그룹 17">
            <a:extLst>
              <a:ext uri="{FF2B5EF4-FFF2-40B4-BE49-F238E27FC236}">
                <a16:creationId xmlns:a16="http://schemas.microsoft.com/office/drawing/2014/main" id="{BA56C76B-5C7B-4BA1-93D1-62DC4E9E78F6}"/>
              </a:ext>
            </a:extLst>
          </p:cNvPr>
          <p:cNvGrpSpPr/>
          <p:nvPr/>
        </p:nvGrpSpPr>
        <p:grpSpPr>
          <a:xfrm>
            <a:off x="2045825" y="2713545"/>
            <a:ext cx="14196350" cy="4859911"/>
            <a:chOff x="1152000" y="1245276"/>
            <a:chExt cx="14196350" cy="4859911"/>
          </a:xfrm>
        </p:grpSpPr>
        <p:pic>
          <p:nvPicPr>
            <p:cNvPr id="19" name="Picture 9">
              <a:extLst>
                <a:ext uri="{FF2B5EF4-FFF2-40B4-BE49-F238E27FC236}">
                  <a16:creationId xmlns:a16="http://schemas.microsoft.com/office/drawing/2014/main" id="{6FF2F995-B3B5-4AB7-BE15-C25C809DA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51400" y="1245276"/>
              <a:ext cx="7670800" cy="646347"/>
            </a:xfrm>
            <a:prstGeom prst="rect">
              <a:avLst/>
            </a:prstGeom>
          </p:spPr>
        </p:pic>
        <p:pic>
          <p:nvPicPr>
            <p:cNvPr id="20" name="Picture 10">
              <a:extLst>
                <a:ext uri="{FF2B5EF4-FFF2-40B4-BE49-F238E27FC236}">
                  <a16:creationId xmlns:a16="http://schemas.microsoft.com/office/drawing/2014/main" id="{C23CEFD3-06B0-46D0-9BA5-2F717EA445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52000" y="2031536"/>
              <a:ext cx="3530600" cy="2831771"/>
            </a:xfrm>
            <a:prstGeom prst="rect">
              <a:avLst/>
            </a:prstGeom>
          </p:spPr>
        </p:pic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006D9EC2-EF1A-4F35-A92F-42934D4D56FB}"/>
                </a:ext>
              </a:extLst>
            </p:cNvPr>
            <p:cNvSpPr/>
            <p:nvPr/>
          </p:nvSpPr>
          <p:spPr>
            <a:xfrm>
              <a:off x="4715257" y="2311200"/>
              <a:ext cx="10633093" cy="379398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3600" b="1" dirty="0">
                  <a:latin typeface="+mj-ea"/>
                </a:rPr>
                <a:t>2. </a:t>
              </a:r>
              <a:r>
                <a:rPr lang="ko-KR" altLang="en-US" sz="3600" b="1" dirty="0">
                  <a:latin typeface="+mj-ea"/>
                </a:rPr>
                <a:t>디지털 출력 명세서 </a:t>
              </a:r>
              <a:r>
                <a:rPr lang="en-US" altLang="ko-KR" sz="3600" b="1" dirty="0">
                  <a:latin typeface="+mj-ea"/>
                </a:rPr>
                <a:t>(Digital Output: 16</a:t>
              </a:r>
              <a:r>
                <a:rPr lang="ko-KR" altLang="en-US" sz="3600" b="1" dirty="0">
                  <a:latin typeface="+mj-ea"/>
                </a:rPr>
                <a:t>점</a:t>
              </a:r>
              <a:r>
                <a:rPr lang="en-US" altLang="ko-KR" sz="3600" b="1" dirty="0">
                  <a:latin typeface="+mj-ea"/>
                </a:rPr>
                <a:t>)</a:t>
              </a: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en-US" altLang="ko-KR" sz="3600" b="1" dirty="0">
                  <a:latin typeface="+mj-ea"/>
                </a:rPr>
                <a:t>PLC </a:t>
              </a:r>
              <a:r>
                <a:rPr lang="ko-KR" altLang="en-US" sz="3600" b="1" dirty="0">
                  <a:latin typeface="+mj-ea"/>
                </a:rPr>
                <a:t>주소</a:t>
              </a:r>
              <a:r>
                <a:rPr lang="en-US" altLang="ko-KR" sz="3600" b="1" dirty="0">
                  <a:latin typeface="+mj-ea"/>
                </a:rPr>
                <a:t>: P00020 ~ P0002F</a:t>
              </a: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ko-KR" altLang="en-US" sz="3600" b="1" dirty="0">
                  <a:latin typeface="+mj-ea"/>
                </a:rPr>
                <a:t>신호 방식</a:t>
              </a:r>
              <a:r>
                <a:rPr lang="en-US" altLang="ko-KR" sz="3600" b="1" dirty="0">
                  <a:latin typeface="+mj-ea"/>
                </a:rPr>
                <a:t>: </a:t>
              </a:r>
              <a:r>
                <a:rPr lang="ko-KR" altLang="en-US" sz="3600" b="1" dirty="0">
                  <a:latin typeface="+mj-ea"/>
                </a:rPr>
                <a:t>릴레이 출력 </a:t>
              </a:r>
              <a:r>
                <a:rPr lang="en-US" altLang="ko-KR" sz="3600" b="1" dirty="0">
                  <a:latin typeface="+mj-ea"/>
                </a:rPr>
                <a:t>(</a:t>
              </a:r>
              <a:r>
                <a:rPr lang="ko-KR" altLang="en-US" sz="3600" b="1" dirty="0">
                  <a:latin typeface="+mj-ea"/>
                </a:rPr>
                <a:t>접점 정격</a:t>
              </a:r>
              <a:r>
                <a:rPr lang="en-US" altLang="ko-KR" sz="3600" b="1" dirty="0">
                  <a:latin typeface="+mj-ea"/>
                </a:rPr>
                <a:t>: AC 250V)</a:t>
              </a: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en-US" altLang="ko-KR" sz="3600" b="1" dirty="0">
                  <a:latin typeface="+mj-ea"/>
                </a:rPr>
                <a:t>COM </a:t>
              </a:r>
              <a:r>
                <a:rPr lang="ko-KR" altLang="en-US" sz="3600" b="1" dirty="0">
                  <a:latin typeface="+mj-ea"/>
                </a:rPr>
                <a:t>그룹</a:t>
              </a:r>
              <a:r>
                <a:rPr lang="en-US" altLang="ko-KR" sz="3600" b="1" dirty="0">
                  <a:latin typeface="+mj-ea"/>
                </a:rPr>
                <a:t>: COM0 ~ COM3 (AC 220V </a:t>
              </a:r>
              <a:r>
                <a:rPr lang="ko-KR" altLang="en-US" sz="3600" b="1" dirty="0">
                  <a:latin typeface="+mj-ea"/>
                </a:rPr>
                <a:t>부하</a:t>
              </a:r>
              <a:r>
                <a:rPr lang="en-US" altLang="ko-KR" sz="3600" b="1" dirty="0">
                  <a:latin typeface="+mj-ea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86870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39F24B6-B53B-4F4B-B417-924766A6CF30}"/>
              </a:ext>
            </a:extLst>
          </p:cNvPr>
          <p:cNvSpPr/>
          <p:nvPr/>
        </p:nvSpPr>
        <p:spPr>
          <a:xfrm>
            <a:off x="1256400" y="1256400"/>
            <a:ext cx="956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+mj-ea"/>
              </a:rPr>
              <a:t>2. </a:t>
            </a:r>
            <a:r>
              <a:rPr lang="ko-KR" altLang="en-US" sz="3600" b="1" dirty="0">
                <a:latin typeface="+mj-ea"/>
              </a:rPr>
              <a:t>디지털 출력 명세서 </a:t>
            </a:r>
            <a:r>
              <a:rPr lang="en-US" altLang="ko-KR" sz="3600" b="1" dirty="0">
                <a:latin typeface="+mj-ea"/>
              </a:rPr>
              <a:t>(Digital Output: 16</a:t>
            </a:r>
            <a:r>
              <a:rPr lang="ko-KR" altLang="en-US" sz="3600" b="1" dirty="0">
                <a:latin typeface="+mj-ea"/>
              </a:rPr>
              <a:t>점</a:t>
            </a:r>
            <a:r>
              <a:rPr lang="en-US" altLang="ko-KR" sz="3600" b="1" dirty="0">
                <a:latin typeface="+mj-ea"/>
              </a:rPr>
              <a:t>)</a:t>
            </a:r>
            <a:endParaRPr lang="ko-KR" altLang="en-US" sz="3600" b="1" dirty="0">
              <a:latin typeface="+mj-ea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2F27CF9A-90CC-4922-8E24-2D00D46C2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779721"/>
              </p:ext>
            </p:extLst>
          </p:nvPr>
        </p:nvGraphicFramePr>
        <p:xfrm>
          <a:off x="2857499" y="2349500"/>
          <a:ext cx="12573001" cy="71653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8650">
                  <a:extLst>
                    <a:ext uri="{9D8B030D-6E8A-4147-A177-3AD203B41FA5}">
                      <a16:colId xmlns:a16="http://schemas.microsoft.com/office/drawing/2014/main" val="3184696994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1608182074"/>
                    </a:ext>
                  </a:extLst>
                </a:gridCol>
                <a:gridCol w="1493044">
                  <a:extLst>
                    <a:ext uri="{9D8B030D-6E8A-4147-A177-3AD203B41FA5}">
                      <a16:colId xmlns:a16="http://schemas.microsoft.com/office/drawing/2014/main" val="3863529746"/>
                    </a:ext>
                  </a:extLst>
                </a:gridCol>
                <a:gridCol w="5650707">
                  <a:extLst>
                    <a:ext uri="{9D8B030D-6E8A-4147-A177-3AD203B41FA5}">
                      <a16:colId xmlns:a16="http://schemas.microsoft.com/office/drawing/2014/main" val="280800268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307476028"/>
                    </a:ext>
                  </a:extLst>
                </a:gridCol>
                <a:gridCol w="723900">
                  <a:extLst>
                    <a:ext uri="{9D8B030D-6E8A-4147-A177-3AD203B41FA5}">
                      <a16:colId xmlns:a16="http://schemas.microsoft.com/office/drawing/2014/main" val="38223602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No.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effectLst/>
                        </a:rPr>
                        <a:t>PLC P</a:t>
                      </a:r>
                      <a:r>
                        <a:rPr lang="ko-KR" altLang="en-US" b="1" dirty="0">
                          <a:effectLst/>
                        </a:rPr>
                        <a:t>주소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태그명 </a:t>
                      </a:r>
                      <a:r>
                        <a:rPr lang="en-US" altLang="ko-KR" b="1" dirty="0">
                          <a:effectLst/>
                        </a:rPr>
                        <a:t>(</a:t>
                      </a:r>
                      <a:r>
                        <a:rPr lang="en-US" b="1" dirty="0">
                          <a:effectLst/>
                        </a:rPr>
                        <a:t>Symbol)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ko-KR" altLang="en-US" b="1" dirty="0">
                          <a:effectLst/>
                        </a:rPr>
                        <a:t>구동 대상 </a:t>
                      </a:r>
                      <a:r>
                        <a:rPr lang="en-US" altLang="ko-KR" b="1" dirty="0">
                          <a:effectLst/>
                        </a:rPr>
                        <a:t>(</a:t>
                      </a:r>
                      <a:r>
                        <a:rPr lang="en-US" b="1" dirty="0">
                          <a:effectLst/>
                        </a:rPr>
                        <a:t>Actuator)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전원</a:t>
                      </a:r>
                      <a:r>
                        <a:rPr lang="en-US" altLang="ko-KR" b="1" dirty="0">
                          <a:effectLst/>
                        </a:rPr>
                        <a:t>/</a:t>
                      </a:r>
                      <a:r>
                        <a:rPr lang="ko-KR" altLang="en-US" b="1" dirty="0">
                          <a:effectLst/>
                        </a:rPr>
                        <a:t>공통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b="1" dirty="0">
                          <a:effectLst/>
                        </a:rPr>
                        <a:t>비고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5668225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P00020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RL_C1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TB1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  <a:effectLst/>
                        </a:rPr>
                        <a:t>적색 램프</a:t>
                      </a:r>
                      <a:endParaRPr lang="ko-KR" alt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(COM0)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50502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2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P00021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GL_C1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TB1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00B050"/>
                          </a:solidFill>
                          <a:effectLst/>
                        </a:rPr>
                        <a:t>녹색 램프</a:t>
                      </a:r>
                      <a:endParaRPr lang="ko-KR" altLang="en-US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(COM0)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53346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3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P00022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YL_C1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TB1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A86C00"/>
                          </a:solidFill>
                          <a:effectLst/>
                        </a:rPr>
                        <a:t>황색 램프</a:t>
                      </a:r>
                      <a:endParaRPr lang="ko-KR" altLang="en-US" dirty="0">
                        <a:solidFill>
                          <a:srgbClr val="A86C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(COM0)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9966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4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P00023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RL_C2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TB2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  <a:effectLst/>
                        </a:rPr>
                        <a:t>적색 램프</a:t>
                      </a:r>
                      <a:endParaRPr lang="ko-KR" alt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(COM0)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69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5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P00024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GL_C2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TB2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00B050"/>
                          </a:solidFill>
                          <a:effectLst/>
                        </a:rPr>
                        <a:t>녹색 램프</a:t>
                      </a:r>
                      <a:endParaRPr lang="ko-KR" altLang="en-US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(COM1)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53173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6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P00025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YL_C2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TB2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A86C00"/>
                          </a:solidFill>
                          <a:effectLst/>
                        </a:rPr>
                        <a:t>황색 램프</a:t>
                      </a:r>
                      <a:endParaRPr lang="ko-KR" altLang="en-US" dirty="0">
                        <a:solidFill>
                          <a:srgbClr val="A86C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(COM1)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3180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7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P00026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RL_C3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TB3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  <a:effectLst/>
                        </a:rPr>
                        <a:t>적색 램프</a:t>
                      </a:r>
                      <a:endParaRPr lang="ko-KR" alt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(COM1)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95752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8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P00027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GL_C3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TB3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00B050"/>
                          </a:solidFill>
                          <a:effectLst/>
                        </a:rPr>
                        <a:t>녹색 램프</a:t>
                      </a:r>
                      <a:endParaRPr lang="ko-KR" altLang="en-US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(COM1)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73288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9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P00028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YL_C3</a:t>
                      </a:r>
                    </a:p>
                  </a:txBody>
                  <a:tcPr marL="123825" marR="123825" marT="57150" marB="57150" anchor="ctr"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TB3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A86C00"/>
                          </a:solidFill>
                          <a:effectLst/>
                        </a:rPr>
                        <a:t>황색 램프</a:t>
                      </a:r>
                      <a:endParaRPr lang="ko-KR" altLang="en-US" dirty="0">
                        <a:solidFill>
                          <a:srgbClr val="A86C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(COM2)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7089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10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P00029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RL_C4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TB4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FF0000"/>
                          </a:solidFill>
                          <a:effectLst/>
                        </a:rPr>
                        <a:t>적색 램프</a:t>
                      </a:r>
                      <a:endParaRPr lang="ko-KR" altLang="en-US" dirty="0">
                        <a:solidFill>
                          <a:srgbClr val="FF00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(COM2)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658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11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P0002A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GL_C4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TB4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00B050"/>
                          </a:solidFill>
                          <a:effectLst/>
                        </a:rPr>
                        <a:t>녹색 램프</a:t>
                      </a:r>
                      <a:endParaRPr lang="ko-KR" altLang="en-US" dirty="0">
                        <a:solidFill>
                          <a:srgbClr val="00B05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(COM2)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6747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12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P0002B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YL_C4</a:t>
                      </a:r>
                    </a:p>
                  </a:txBody>
                  <a:tcPr marL="123825" marR="123825" marT="57150" marB="57150" anchor="ctr"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TB4 </a:t>
                      </a:r>
                      <a:r>
                        <a:rPr lang="ko-KR" altLang="en-US">
                          <a:effectLst/>
                        </a:rPr>
                        <a:t>신호등 </a:t>
                      </a:r>
                      <a:r>
                        <a:rPr lang="ko-KR" altLang="en-US">
                          <a:solidFill>
                            <a:srgbClr val="A86C00"/>
                          </a:solidFill>
                          <a:effectLst/>
                        </a:rPr>
                        <a:t>황색 램프</a:t>
                      </a:r>
                      <a:endParaRPr lang="ko-KR" altLang="en-US" dirty="0">
                        <a:solidFill>
                          <a:srgbClr val="A86C00"/>
                        </a:solidFill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AC 220V (COM2)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4376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13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P0002C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EMG_Output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>
                          <a:solidFill>
                            <a:srgbClr val="00B050"/>
                          </a:solidFill>
                          <a:effectLst/>
                        </a:rPr>
                        <a:t>GL_C1</a:t>
                      </a:r>
                      <a:r>
                        <a:rPr lang="en-US">
                          <a:effectLst/>
                        </a:rPr>
                        <a:t>, 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  <a:effectLst/>
                        </a:rPr>
                        <a:t>RL_C2</a:t>
                      </a:r>
                      <a:r>
                        <a:rPr lang="en-US">
                          <a:effectLst/>
                        </a:rPr>
                        <a:t>, 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  <a:effectLst/>
                        </a:rPr>
                        <a:t>RL_C3</a:t>
                      </a:r>
                      <a:r>
                        <a:rPr lang="en-US">
                          <a:effectLst/>
                        </a:rPr>
                        <a:t>, </a:t>
                      </a:r>
                      <a:r>
                        <a:rPr lang="en-US" altLang="ko-KR">
                          <a:solidFill>
                            <a:srgbClr val="FF0000"/>
                          </a:solidFill>
                          <a:effectLst/>
                        </a:rPr>
                        <a:t>RL_C4</a:t>
                      </a:r>
                      <a:r>
                        <a:rPr lang="en-US">
                          <a:effectLst/>
                        </a:rPr>
                        <a:t> </a:t>
                      </a:r>
                      <a:r>
                        <a:rPr lang="ko-KR" altLang="en-US">
                          <a:effectLst/>
                        </a:rPr>
                        <a:t>점등</a:t>
                      </a:r>
                      <a:r>
                        <a:rPr lang="en-US" altLang="ko-KR">
                          <a:effectLst/>
                        </a:rPr>
                        <a:t>,</a:t>
                      </a:r>
                      <a:br>
                        <a:rPr lang="en-US" altLang="ko-KR">
                          <a:effectLst/>
                        </a:rPr>
                      </a:br>
                      <a:r>
                        <a:rPr lang="en-US" altLang="ko-KR">
                          <a:effectLst/>
                        </a:rPr>
                        <a:t>14</a:t>
                      </a:r>
                      <a:r>
                        <a:rPr lang="en-US">
                          <a:effectLst/>
                        </a:rPr>
                        <a:t>pin </a:t>
                      </a:r>
                      <a:r>
                        <a:rPr lang="ko-KR" altLang="en-US">
                          <a:effectLst/>
                        </a:rPr>
                        <a:t>릴레이 여자 시켜 </a:t>
                      </a:r>
                      <a:r>
                        <a:rPr lang="en-US">
                          <a:effectLst/>
                        </a:rPr>
                        <a:t>COM0, COM1, COM2 </a:t>
                      </a:r>
                      <a:r>
                        <a:rPr lang="ko-KR" altLang="en-US">
                          <a:effectLst/>
                        </a:rPr>
                        <a:t>전원 차단</a:t>
                      </a:r>
                      <a:endParaRPr lang="ko-KR" altLang="en-US" dirty="0"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AC 220V (COM3)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992465981"/>
                  </a:ext>
                </a:extLst>
              </a:tr>
              <a:tr h="39878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14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P0002D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AC 220V (COM3)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3094439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15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AC 220V (COM3)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582349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16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P0002F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ko-KR">
                          <a:effectLst/>
                        </a:rPr>
                        <a:t>-</a:t>
                      </a:r>
                      <a:endParaRPr lang="en-US" altLang="ko-KR" dirty="0">
                        <a:effectLst/>
                      </a:endParaRPr>
                    </a:p>
                  </a:txBody>
                  <a:tcPr marL="123825" marR="123825" marT="57150" marB="5715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AC 220V (COM3)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dirty="0">
                          <a:effectLst/>
                        </a:rPr>
                        <a:t>-</a:t>
                      </a:r>
                    </a:p>
                  </a:txBody>
                  <a:tcPr marL="123825" marR="123825" marT="57150" marB="571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44584579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654019-DDFB-4181-96B4-8700667439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364" b="1112"/>
          <a:stretch/>
        </p:blipFill>
        <p:spPr bwMode="auto">
          <a:xfrm>
            <a:off x="2743200" y="114300"/>
            <a:ext cx="12601575" cy="10172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DED4983-E900-47DD-A9A4-222B0D7A838F}"/>
              </a:ext>
            </a:extLst>
          </p:cNvPr>
          <p:cNvSpPr txBox="1"/>
          <p:nvPr/>
        </p:nvSpPr>
        <p:spPr>
          <a:xfrm>
            <a:off x="6762750" y="108000"/>
            <a:ext cx="476250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400" dirty="0"/>
              <a:t>Main Control &amp;</a:t>
            </a:r>
          </a:p>
          <a:p>
            <a:pPr algn="ctr"/>
            <a:r>
              <a:rPr lang="en-US" altLang="ko-KR" sz="4400" dirty="0"/>
              <a:t>PLC Circuit Diagram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806740F-00B2-4554-8A6F-CDE015F37D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7" r="2469" b="9259"/>
          <a:stretch/>
        </p:blipFill>
        <p:spPr bwMode="auto">
          <a:xfrm>
            <a:off x="3048000" y="159385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4E3A154D-F93B-4FB8-B95A-935182FB9EB3}"/>
              </a:ext>
            </a:extLst>
          </p:cNvPr>
          <p:cNvSpPr/>
          <p:nvPr/>
        </p:nvSpPr>
        <p:spPr>
          <a:xfrm>
            <a:off x="5857170" y="108000"/>
            <a:ext cx="6573659" cy="1446550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pPr algn="ctr"/>
            <a:r>
              <a:rPr lang="en-US" altLang="ko-KR" sz="4400" dirty="0"/>
              <a:t>Operator &amp; </a:t>
            </a:r>
          </a:p>
          <a:p>
            <a:pPr algn="ctr"/>
            <a:r>
              <a:rPr lang="en-US" altLang="ko-KR" sz="4400" dirty="0"/>
              <a:t>Signal Lamp Circuit Diagram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3CCEBA9E-A924-4408-8D17-0D5C903B4D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66" t="14411" r="5000" b="11445"/>
          <a:stretch/>
        </p:blipFill>
        <p:spPr bwMode="auto">
          <a:xfrm>
            <a:off x="1219200" y="1485900"/>
            <a:ext cx="161544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5038EE82-B363-4D1E-9125-0C92C634E25E}"/>
              </a:ext>
            </a:extLst>
          </p:cNvPr>
          <p:cNvSpPr/>
          <p:nvPr/>
        </p:nvSpPr>
        <p:spPr>
          <a:xfrm>
            <a:off x="6357403" y="411659"/>
            <a:ext cx="5573192" cy="769441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en-US" altLang="ko-KR" sz="4400" dirty="0"/>
              <a:t>Terminal Block Diagram</a:t>
            </a:r>
            <a:endParaRPr lang="ko-KR" altLang="en-US" sz="4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9" name="그룹 18">
            <a:extLst>
              <a:ext uri="{FF2B5EF4-FFF2-40B4-BE49-F238E27FC236}">
                <a16:creationId xmlns:a16="http://schemas.microsoft.com/office/drawing/2014/main" id="{FFBDEFE3-99FB-47A3-93BE-535C97F10425}"/>
              </a:ext>
            </a:extLst>
          </p:cNvPr>
          <p:cNvGrpSpPr/>
          <p:nvPr/>
        </p:nvGrpSpPr>
        <p:grpSpPr>
          <a:xfrm>
            <a:off x="3458900" y="2851778"/>
            <a:ext cx="11370200" cy="4587145"/>
            <a:chOff x="1152000" y="1155700"/>
            <a:chExt cx="11370200" cy="4587145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1400" y="1155700"/>
              <a:ext cx="7670800" cy="8255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1152000" y="2025022"/>
              <a:ext cx="3530600" cy="2844800"/>
            </a:xfrm>
            <a:prstGeom prst="rect">
              <a:avLst/>
            </a:prstGeom>
          </p:spPr>
        </p:pic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A9E87D5E-C545-4209-ADA6-6EE6AF0028EB}"/>
                </a:ext>
              </a:extLst>
            </p:cNvPr>
            <p:cNvSpPr/>
            <p:nvPr/>
          </p:nvSpPr>
          <p:spPr>
            <a:xfrm>
              <a:off x="4715257" y="2311200"/>
              <a:ext cx="7532043" cy="343164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742950" indent="-742950">
                <a:buAutoNum type="arabicPeriod"/>
              </a:pPr>
              <a:r>
                <a:rPr lang="ko-KR" altLang="en-US" sz="5500" b="1" dirty="0">
                  <a:latin typeface="+mj-ea"/>
                  <a:ea typeface="+mj-ea"/>
                </a:rPr>
                <a:t>라이브러리와 설정값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ko-KR" altLang="en-US" sz="4400" b="1" dirty="0">
                  <a:latin typeface="+mj-ea"/>
                  <a:ea typeface="+mj-ea"/>
                </a:rPr>
                <a:t>라이브러리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200000"/>
                </a:lnSpc>
                <a:buFont typeface="+mj-lt"/>
                <a:buAutoNum type="arabicParenR"/>
              </a:pPr>
              <a:r>
                <a:rPr lang="ko-KR" altLang="en-US" sz="4400" b="1" dirty="0">
                  <a:latin typeface="+mj-ea"/>
                  <a:ea typeface="+mj-ea"/>
                </a:rPr>
                <a:t>사용자 설정 및 전역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EFCEFBE3-2813-4980-AA72-65FDA030FC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00" y="2232611"/>
            <a:ext cx="15840000" cy="6797089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8043FE-12DB-40A3-A544-E6DBF0CA40DC}"/>
              </a:ext>
            </a:extLst>
          </p:cNvPr>
          <p:cNvSpPr/>
          <p:nvPr/>
        </p:nvSpPr>
        <p:spPr>
          <a:xfrm>
            <a:off x="1255955" y="12573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1) </a:t>
            </a:r>
            <a:r>
              <a:rPr lang="ko-KR" altLang="en-US" sz="4400" b="1" dirty="0">
                <a:latin typeface="+mj-ea"/>
              </a:rPr>
              <a:t>라이브러리</a:t>
            </a:r>
          </a:p>
        </p:txBody>
      </p:sp>
    </p:spTree>
    <p:extLst>
      <p:ext uri="{BB962C8B-B14F-4D97-AF65-F5344CB8AC3E}">
        <p14:creationId xmlns:p14="http://schemas.microsoft.com/office/powerpoint/2010/main" val="8151477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>
            <a:extLst>
              <a:ext uri="{FF2B5EF4-FFF2-40B4-BE49-F238E27FC236}">
                <a16:creationId xmlns:a16="http://schemas.microsoft.com/office/drawing/2014/main" id="{0C8511EB-9B76-414B-AF79-8E46DEE794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00" y="1256400"/>
            <a:ext cx="15840000" cy="9274005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24" name="직사각형 23">
            <a:extLst>
              <a:ext uri="{FF2B5EF4-FFF2-40B4-BE49-F238E27FC236}">
                <a16:creationId xmlns:a16="http://schemas.microsoft.com/office/drawing/2014/main" id="{CA8043FE-12DB-40A3-A544-E6DBF0CA40DC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2) </a:t>
            </a:r>
            <a:r>
              <a:rPr lang="ko-KR" altLang="en-US" sz="4400" b="1" dirty="0">
                <a:latin typeface="+mj-ea"/>
              </a:rPr>
              <a:t>사용자 설정 및 전역</a:t>
            </a:r>
          </a:p>
        </p:txBody>
      </p:sp>
    </p:spTree>
    <p:extLst>
      <p:ext uri="{BB962C8B-B14F-4D97-AF65-F5344CB8AC3E}">
        <p14:creationId xmlns:p14="http://schemas.microsoft.com/office/powerpoint/2010/main" val="2892610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1AADEAEF-0724-4FD3-984B-DF927D4C87A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903" y="2253541"/>
            <a:ext cx="15840000" cy="6915789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F17077-DB14-46AD-A8FF-3FEB3C016819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2) </a:t>
            </a:r>
            <a:r>
              <a:rPr lang="ko-KR" altLang="en-US" sz="4400" b="1" dirty="0">
                <a:latin typeface="+mj-ea"/>
              </a:rPr>
              <a:t>사용자 설정 및 전역</a:t>
            </a:r>
          </a:p>
        </p:txBody>
      </p:sp>
    </p:spTree>
    <p:extLst>
      <p:ext uri="{BB962C8B-B14F-4D97-AF65-F5344CB8AC3E}">
        <p14:creationId xmlns:p14="http://schemas.microsoft.com/office/powerpoint/2010/main" val="21313476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A750E89B-9CF7-476D-9434-170FC80EB47D}"/>
              </a:ext>
            </a:extLst>
          </p:cNvPr>
          <p:cNvGrpSpPr/>
          <p:nvPr/>
        </p:nvGrpSpPr>
        <p:grpSpPr>
          <a:xfrm>
            <a:off x="3221514" y="2130852"/>
            <a:ext cx="11844972" cy="6025297"/>
            <a:chOff x="1152000" y="1155700"/>
            <a:chExt cx="11844972" cy="6025297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1400" y="1155700"/>
              <a:ext cx="7670800" cy="8255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>
              <a:alphaModFix amt="90000"/>
            </a:blip>
            <a:stretch>
              <a:fillRect/>
            </a:stretch>
          </p:blipFill>
          <p:spPr>
            <a:xfrm>
              <a:off x="1152000" y="3378888"/>
              <a:ext cx="3530600" cy="2844800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EC72A6D3-453E-43DB-BD7D-D9F02325636D}"/>
                </a:ext>
              </a:extLst>
            </p:cNvPr>
            <p:cNvSpPr/>
            <p:nvPr/>
          </p:nvSpPr>
          <p:spPr>
            <a:xfrm>
              <a:off x="4716000" y="2310497"/>
              <a:ext cx="8280972" cy="48705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5500" b="1" dirty="0">
                  <a:latin typeface="+mj-ea"/>
                  <a:ea typeface="+mj-ea"/>
                </a:rPr>
                <a:t>2. WebSocket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ko-KR" altLang="en-US" sz="4400" b="1" dirty="0">
                  <a:latin typeface="+mj-ea"/>
                  <a:ea typeface="+mj-ea"/>
                </a:rPr>
                <a:t>토큰 생성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ko-KR" altLang="en-US" sz="4400" b="1" dirty="0">
                  <a:latin typeface="+mj-ea"/>
                  <a:ea typeface="+mj-ea"/>
                </a:rPr>
                <a:t>연결 상태 및 인증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ko-KR" altLang="en-US" sz="4400" b="1" dirty="0">
                  <a:latin typeface="+mj-ea"/>
                  <a:ea typeface="+mj-ea"/>
                </a:rPr>
                <a:t>릴레이 상태 브로드캐스트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en-US" altLang="ko-KR" sz="4400" b="1" dirty="0">
                  <a:latin typeface="+mj-ea"/>
                  <a:ea typeface="+mj-ea"/>
                </a:rPr>
                <a:t>TOGGLE </a:t>
              </a:r>
              <a:r>
                <a:rPr lang="ko-KR" altLang="en-US" sz="4400" b="1" dirty="0">
                  <a:latin typeface="+mj-ea"/>
                  <a:ea typeface="+mj-ea"/>
                </a:rPr>
                <a:t>명령과 </a:t>
              </a:r>
              <a:r>
                <a:rPr lang="en-US" altLang="ko-KR" sz="4400" b="1" dirty="0">
                  <a:latin typeface="+mj-ea"/>
                  <a:ea typeface="+mj-ea"/>
                </a:rPr>
                <a:t>GPIO </a:t>
              </a:r>
              <a:r>
                <a:rPr lang="ko-KR" altLang="en-US" sz="4400" b="1" dirty="0">
                  <a:latin typeface="+mj-ea"/>
                  <a:ea typeface="+mj-ea"/>
                </a:rPr>
                <a:t>출력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517044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F17077-DB14-46AD-A8FF-3FEB3C016819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1) </a:t>
            </a:r>
            <a:r>
              <a:rPr lang="ko-KR" altLang="en-US" sz="4400" b="1" dirty="0">
                <a:latin typeface="+mj-ea"/>
              </a:rPr>
              <a:t>토큰 생성</a:t>
            </a:r>
            <a:endParaRPr lang="en-US" altLang="ko-KR" sz="4400" b="1" dirty="0">
              <a:latin typeface="+mj-ea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EF5D3C1-2C04-4AEB-B840-7B906075703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00" y="2216411"/>
            <a:ext cx="15840000" cy="6814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058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F17077-DB14-46AD-A8FF-3FEB3C016819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2) </a:t>
            </a:r>
            <a:r>
              <a:rPr lang="ko-KR" altLang="en-US" sz="4400" b="1" dirty="0">
                <a:latin typeface="+mj-ea"/>
              </a:rPr>
              <a:t>연결 상태 및 인증</a:t>
            </a:r>
            <a:endParaRPr lang="en-US" altLang="ko-KR" sz="4400" b="1" dirty="0">
              <a:latin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DE260D8-7C4A-4123-846B-ED4D27F82E2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0103" y="952500"/>
            <a:ext cx="14267793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990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F17077-DB14-46AD-A8FF-3FEB3C016819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3) </a:t>
            </a:r>
            <a:r>
              <a:rPr lang="ko-KR" altLang="en-US" sz="4400" b="1" dirty="0">
                <a:latin typeface="+mj-ea"/>
              </a:rPr>
              <a:t>릴레이 상태 브로드캐스트</a:t>
            </a:r>
            <a:endParaRPr lang="en-US" altLang="ko-KR" sz="4400" b="1" dirty="0">
              <a:latin typeface="+mj-ea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2423DA0-9D8E-4272-8BF7-CD22E967B2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00" y="1489304"/>
            <a:ext cx="15840000" cy="8502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945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F17077-DB14-46AD-A8FF-3FEB3C016819}"/>
              </a:ext>
            </a:extLst>
          </p:cNvPr>
          <p:cNvSpPr/>
          <p:nvPr/>
        </p:nvSpPr>
        <p:spPr>
          <a:xfrm>
            <a:off x="1256400" y="1256400"/>
            <a:ext cx="7913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4) TOGGLE </a:t>
            </a:r>
            <a:r>
              <a:rPr lang="ko-KR" altLang="en-US" sz="4400" b="1" dirty="0">
                <a:latin typeface="+mj-ea"/>
              </a:rPr>
              <a:t>명령과 </a:t>
            </a:r>
            <a:r>
              <a:rPr lang="en-US" altLang="ko-KR" sz="4400" b="1" dirty="0">
                <a:latin typeface="+mj-ea"/>
              </a:rPr>
              <a:t>GPIO </a:t>
            </a:r>
            <a:r>
              <a:rPr lang="ko-KR" altLang="en-US" sz="4400" b="1" dirty="0">
                <a:latin typeface="+mj-ea"/>
              </a:rPr>
              <a:t>출력</a:t>
            </a:r>
          </a:p>
          <a:p>
            <a:endParaRPr lang="en-US" altLang="ko-KR" sz="4400" b="1" dirty="0">
              <a:latin typeface="+mj-ea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7E84220-12C2-4BBF-B119-0BE3C68AF14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7401" y="1104900"/>
            <a:ext cx="14383997" cy="100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28221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340777F9-7D08-4263-92F5-C874EDC7D9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00358"/>
              </p:ext>
            </p:extLst>
          </p:nvPr>
        </p:nvGraphicFramePr>
        <p:xfrm>
          <a:off x="6588657" y="3625727"/>
          <a:ext cx="2780236" cy="440714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90118">
                  <a:extLst>
                    <a:ext uri="{9D8B030D-6E8A-4147-A177-3AD203B41FA5}">
                      <a16:colId xmlns:a16="http://schemas.microsoft.com/office/drawing/2014/main" val="96086256"/>
                    </a:ext>
                  </a:extLst>
                </a:gridCol>
                <a:gridCol w="1390118">
                  <a:extLst>
                    <a:ext uri="{9D8B030D-6E8A-4147-A177-3AD203B41FA5}">
                      <a16:colId xmlns:a16="http://schemas.microsoft.com/office/drawing/2014/main" val="1449585766"/>
                    </a:ext>
                  </a:extLst>
                </a:gridCol>
              </a:tblGrid>
              <a:tr h="984243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effectLst/>
                        </a:rPr>
                        <a:t>화면 채널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3A4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2400" dirty="0">
                          <a:effectLst/>
                        </a:rPr>
                        <a:t>배열 인덱스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3A4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6877140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0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607053879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1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55169533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864472926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3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7437299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3E7648E2-F1A1-4E89-9A2D-CC6F56A8A2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1647061"/>
              </p:ext>
            </p:extLst>
          </p:nvPr>
        </p:nvGraphicFramePr>
        <p:xfrm>
          <a:off x="3489324" y="3625727"/>
          <a:ext cx="2759076" cy="4407147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379538">
                  <a:extLst>
                    <a:ext uri="{9D8B030D-6E8A-4147-A177-3AD203B41FA5}">
                      <a16:colId xmlns:a16="http://schemas.microsoft.com/office/drawing/2014/main" val="1621514538"/>
                    </a:ext>
                  </a:extLst>
                </a:gridCol>
                <a:gridCol w="1379538">
                  <a:extLst>
                    <a:ext uri="{9D8B030D-6E8A-4147-A177-3AD203B41FA5}">
                      <a16:colId xmlns:a16="http://schemas.microsoft.com/office/drawing/2014/main" val="3048133240"/>
                    </a:ext>
                  </a:extLst>
                </a:gridCol>
              </a:tblGrid>
              <a:tr h="98424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ESP8266 </a:t>
                      </a:r>
                      <a:r>
                        <a:rPr lang="ko-KR" altLang="en-US" sz="2400" dirty="0">
                          <a:effectLst/>
                        </a:rPr>
                        <a:t>핀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3A45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GPIO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53A4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5846252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D1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5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067508706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D2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4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23053498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D3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0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609760121"/>
                  </a:ext>
                </a:extLst>
              </a:tr>
              <a:tr h="855726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effectLst/>
                        </a:rPr>
                        <a:t>D4</a:t>
                      </a:r>
                    </a:p>
                  </a:txBody>
                  <a:tcPr marL="95250" marR="95250" marT="47625" marB="47625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2400" dirty="0">
                          <a:effectLst/>
                        </a:rPr>
                        <a:t>2</a:t>
                      </a:r>
                    </a:p>
                  </a:txBody>
                  <a:tcPr marL="95250" marR="95250" marT="47625" marB="47625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81785040"/>
                  </a:ext>
                </a:extLst>
              </a:tr>
            </a:tbl>
          </a:graphicData>
        </a:graphic>
      </p:graphicFrame>
      <p:pic>
        <p:nvPicPr>
          <p:cNvPr id="2" name="그림 1">
            <a:extLst>
              <a:ext uri="{FF2B5EF4-FFF2-40B4-BE49-F238E27FC236}">
                <a16:creationId xmlns:a16="http://schemas.microsoft.com/office/drawing/2014/main" id="{8E742A97-DF3C-4739-98A3-F13A116FCE3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13463"/>
          <a:stretch/>
        </p:blipFill>
        <p:spPr>
          <a:xfrm>
            <a:off x="10302875" y="2324101"/>
            <a:ext cx="4138613" cy="701039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D7AC65-B277-4EF7-8C20-0EEDC959FFE1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2. WebSocket</a:t>
            </a:r>
            <a:endParaRPr lang="ko-KR" altLang="en-US" sz="4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2829570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25400" y="-12700"/>
            <a:ext cx="1193800" cy="11938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6B4ED742-424B-447E-B47F-645AC1628030}"/>
              </a:ext>
            </a:extLst>
          </p:cNvPr>
          <p:cNvGrpSpPr/>
          <p:nvPr/>
        </p:nvGrpSpPr>
        <p:grpSpPr>
          <a:xfrm>
            <a:off x="3221514" y="2130852"/>
            <a:ext cx="12247086" cy="5067988"/>
            <a:chOff x="1152000" y="1155700"/>
            <a:chExt cx="12247086" cy="5067988"/>
          </a:xfrm>
        </p:grpSpPr>
        <p:pic>
          <p:nvPicPr>
            <p:cNvPr id="13" name="Picture 9">
              <a:extLst>
                <a:ext uri="{FF2B5EF4-FFF2-40B4-BE49-F238E27FC236}">
                  <a16:creationId xmlns:a16="http://schemas.microsoft.com/office/drawing/2014/main" id="{3C46E8FB-4490-4368-9491-1F3DB21BA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51400" y="1155700"/>
              <a:ext cx="7670800" cy="825500"/>
            </a:xfrm>
            <a:prstGeom prst="rect">
              <a:avLst/>
            </a:prstGeom>
          </p:spPr>
        </p:pic>
        <p:pic>
          <p:nvPicPr>
            <p:cNvPr id="14" name="Picture 10">
              <a:extLst>
                <a:ext uri="{FF2B5EF4-FFF2-40B4-BE49-F238E27FC236}">
                  <a16:creationId xmlns:a16="http://schemas.microsoft.com/office/drawing/2014/main" id="{D86DFA64-0F0A-44ED-8E0C-E64DD5A7D96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alphaModFix amt="90000"/>
            </a:blip>
            <a:stretch>
              <a:fillRect/>
            </a:stretch>
          </p:blipFill>
          <p:spPr>
            <a:xfrm>
              <a:off x="1152000" y="3378888"/>
              <a:ext cx="3530600" cy="28448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F15D9DF7-9AFE-41AD-B432-2BCA568FC41B}"/>
                </a:ext>
              </a:extLst>
            </p:cNvPr>
            <p:cNvSpPr/>
            <p:nvPr/>
          </p:nvSpPr>
          <p:spPr>
            <a:xfrm>
              <a:off x="4716000" y="2310497"/>
              <a:ext cx="8683086" cy="368556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sz="4400" b="1" dirty="0">
                  <a:latin typeface="+mj-ea"/>
                </a:rPr>
                <a:t>３</a:t>
              </a:r>
              <a:r>
                <a:rPr lang="en-US" altLang="ko-KR" sz="4400" b="1" dirty="0">
                  <a:latin typeface="+mj-ea"/>
                </a:rPr>
                <a:t>. </a:t>
              </a:r>
              <a:r>
                <a:rPr lang="en-US" altLang="ko-KR" sz="4400" b="1" dirty="0">
                  <a:latin typeface="+mj-ea"/>
                  <a:ea typeface="+mj-ea"/>
                </a:rPr>
                <a:t>HTTP </a:t>
              </a:r>
              <a:r>
                <a:rPr lang="ko-KR" altLang="en-US" sz="4400" b="1" dirty="0">
                  <a:latin typeface="+mj-ea"/>
                  <a:ea typeface="+mj-ea"/>
                </a:rPr>
                <a:t>처리</a:t>
              </a:r>
              <a:r>
                <a:rPr lang="en-US" altLang="ko-KR" sz="4400" b="1" dirty="0">
                  <a:latin typeface="+mj-ea"/>
                  <a:ea typeface="+mj-ea"/>
                </a:rPr>
                <a:t>, </a:t>
              </a:r>
              <a:r>
                <a:rPr lang="ko-KR" altLang="en-US" sz="4400" b="1" dirty="0">
                  <a:latin typeface="+mj-ea"/>
                  <a:ea typeface="+mj-ea"/>
                </a:rPr>
                <a:t>초기화</a:t>
              </a:r>
              <a:r>
                <a:rPr lang="en-US" altLang="ko-KR" sz="4400" b="1" dirty="0">
                  <a:latin typeface="+mj-ea"/>
                  <a:ea typeface="+mj-ea"/>
                </a:rPr>
                <a:t>, </a:t>
              </a:r>
              <a:r>
                <a:rPr lang="ko-KR" altLang="en-US" sz="4400" b="1" dirty="0">
                  <a:latin typeface="+mj-ea"/>
                  <a:ea typeface="+mj-ea"/>
                </a:rPr>
                <a:t>메인 루프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ko-KR" altLang="en-US" sz="4400" b="1" dirty="0">
                  <a:latin typeface="+mj-ea"/>
                </a:rPr>
                <a:t>페이지 인증 및 </a:t>
              </a:r>
              <a:r>
                <a:rPr lang="en-US" altLang="ko-KR" sz="4400" b="1" dirty="0">
                  <a:latin typeface="+mj-ea"/>
                </a:rPr>
                <a:t>404 </a:t>
              </a:r>
              <a:r>
                <a:rPr lang="ko-KR" altLang="en-US" sz="4400" b="1" dirty="0">
                  <a:latin typeface="+mj-ea"/>
                </a:rPr>
                <a:t>처리</a:t>
              </a:r>
              <a:endParaRPr lang="en-US" altLang="ko-KR" sz="4400" b="1" dirty="0">
                <a:latin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en-US" altLang="ko-KR" sz="4400" b="1" dirty="0">
                  <a:latin typeface="+mj-ea"/>
                  <a:ea typeface="+mj-ea"/>
                </a:rPr>
                <a:t>setup() </a:t>
              </a:r>
              <a:r>
                <a:rPr lang="ko-KR" altLang="en-US" sz="4400" b="1" dirty="0">
                  <a:latin typeface="+mj-ea"/>
                  <a:ea typeface="+mj-ea"/>
                </a:rPr>
                <a:t>초기화</a:t>
              </a:r>
              <a:endParaRPr lang="en-US" altLang="ko-KR" sz="4400" b="1" dirty="0">
                <a:latin typeface="+mj-ea"/>
                <a:ea typeface="+mj-ea"/>
              </a:endParaRPr>
            </a:p>
            <a:p>
              <a:pPr marL="1200150" lvl="1" indent="-742950">
                <a:lnSpc>
                  <a:spcPct val="150000"/>
                </a:lnSpc>
                <a:buFont typeface="+mj-lt"/>
                <a:buAutoNum type="arabicParenR"/>
              </a:pPr>
              <a:r>
                <a:rPr lang="en-US" altLang="ko-KR" sz="4400" b="1" dirty="0">
                  <a:latin typeface="+mj-ea"/>
                  <a:ea typeface="+mj-ea"/>
                </a:rPr>
                <a:t>loop() </a:t>
              </a:r>
              <a:r>
                <a:rPr lang="ko-KR" altLang="en-US" sz="4400" b="1" dirty="0">
                  <a:latin typeface="+mj-ea"/>
                  <a:ea typeface="+mj-ea"/>
                </a:rPr>
                <a:t>이벤트 처리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9E556A20-A057-4BE7-970B-E730599A48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000" y="876300"/>
            <a:ext cx="15840000" cy="9996117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D7AC65-B277-4EF7-8C20-0EEDC959FFE1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1) </a:t>
            </a:r>
            <a:r>
              <a:rPr lang="ko-KR" altLang="en-US" sz="4400" b="1" dirty="0">
                <a:latin typeface="+mj-ea"/>
              </a:rPr>
              <a:t>페이지 인증 및 </a:t>
            </a:r>
            <a:r>
              <a:rPr lang="en-US" altLang="ko-KR" sz="4400" b="1" dirty="0">
                <a:latin typeface="+mj-ea"/>
              </a:rPr>
              <a:t>404 </a:t>
            </a:r>
            <a:r>
              <a:rPr lang="ko-KR" altLang="en-US" sz="4400" b="1" dirty="0">
                <a:latin typeface="+mj-ea"/>
              </a:rPr>
              <a:t>처리</a:t>
            </a:r>
          </a:p>
        </p:txBody>
      </p:sp>
    </p:spTree>
    <p:extLst>
      <p:ext uri="{BB962C8B-B14F-4D97-AF65-F5344CB8AC3E}">
        <p14:creationId xmlns:p14="http://schemas.microsoft.com/office/powerpoint/2010/main" val="328186611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D7AC65-B277-4EF7-8C20-0EEDC959FFE1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1) </a:t>
            </a:r>
            <a:r>
              <a:rPr lang="ko-KR" altLang="en-US" sz="4400" b="1" dirty="0">
                <a:latin typeface="+mj-ea"/>
              </a:rPr>
              <a:t>페이지 인증 및 </a:t>
            </a:r>
            <a:r>
              <a:rPr lang="en-US" altLang="ko-KR" sz="4400" b="1" dirty="0">
                <a:latin typeface="+mj-ea"/>
              </a:rPr>
              <a:t>404 </a:t>
            </a:r>
            <a:r>
              <a:rPr lang="ko-KR" altLang="en-US" sz="4400" b="1" dirty="0">
                <a:latin typeface="+mj-ea"/>
              </a:rPr>
              <a:t>처리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CD57A19F-A451-4F09-84B2-13AB2BD40D6F}"/>
              </a:ext>
            </a:extLst>
          </p:cNvPr>
          <p:cNvGrpSpPr/>
          <p:nvPr/>
        </p:nvGrpSpPr>
        <p:grpSpPr>
          <a:xfrm>
            <a:off x="2443065" y="3022599"/>
            <a:ext cx="13401870" cy="5553426"/>
            <a:chOff x="2640371" y="3022599"/>
            <a:chExt cx="13401870" cy="5553426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113B9CA8-2AA3-49FE-8DD2-E3A0D15875D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40371" y="3022599"/>
              <a:ext cx="6503629" cy="5553425"/>
            </a:xfrm>
            <a:prstGeom prst="rect">
              <a:avLst/>
            </a:prstGeom>
          </p:spPr>
        </p:pic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15DA1F30-03A8-442F-883B-50DA471B72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14"/>
            <a:stretch/>
          </p:blipFill>
          <p:spPr>
            <a:xfrm>
              <a:off x="9424629" y="3022600"/>
              <a:ext cx="6617612" cy="55534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278061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D7AC65-B277-4EF7-8C20-0EEDC959FFE1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2) setup() </a:t>
            </a:r>
            <a:r>
              <a:rPr lang="ko-KR" altLang="en-US" sz="4400" b="1" dirty="0">
                <a:latin typeface="+mj-ea"/>
              </a:rPr>
              <a:t>초기화</a:t>
            </a:r>
            <a:endParaRPr lang="en-US" altLang="ko-KR" sz="4400" b="1" dirty="0">
              <a:latin typeface="+mj-ea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62F1EBE-6713-4026-8105-9BF351A38F5E}"/>
              </a:ext>
            </a:extLst>
          </p:cNvPr>
          <p:cNvGrpSpPr/>
          <p:nvPr/>
        </p:nvGrpSpPr>
        <p:grpSpPr>
          <a:xfrm>
            <a:off x="-5443" y="3238500"/>
            <a:ext cx="18298886" cy="4724400"/>
            <a:chOff x="457200" y="3238500"/>
            <a:chExt cx="18298886" cy="4724400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405EE8E5-BA02-41B8-9665-227FBFA287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8139" b="14083"/>
            <a:stretch/>
          </p:blipFill>
          <p:spPr>
            <a:xfrm>
              <a:off x="8763000" y="4076700"/>
              <a:ext cx="9993086" cy="3886200"/>
            </a:xfrm>
            <a:prstGeom prst="rect">
              <a:avLst/>
            </a:prstGeom>
          </p:spPr>
        </p:pic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36AC01BF-DAC2-4734-B8CF-A29DC01421F3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4074"/>
            <a:stretch/>
          </p:blipFill>
          <p:spPr>
            <a:xfrm>
              <a:off x="457200" y="3238500"/>
              <a:ext cx="9993086" cy="4724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671694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3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5400000">
            <a:off x="-4152900" y="5130800"/>
            <a:ext cx="106172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sp>
        <p:nvSpPr>
          <p:cNvPr id="20" name="직사각형 19">
            <a:extLst>
              <a:ext uri="{FF2B5EF4-FFF2-40B4-BE49-F238E27FC236}">
                <a16:creationId xmlns:a16="http://schemas.microsoft.com/office/drawing/2014/main" id="{D1D7AC65-B277-4EF7-8C20-0EEDC959FFE1}"/>
              </a:ext>
            </a:extLst>
          </p:cNvPr>
          <p:cNvSpPr/>
          <p:nvPr/>
        </p:nvSpPr>
        <p:spPr>
          <a:xfrm>
            <a:off x="1256400" y="1256400"/>
            <a:ext cx="76708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4400" b="1" dirty="0">
                <a:latin typeface="+mj-ea"/>
              </a:rPr>
              <a:t>3) loop() </a:t>
            </a:r>
            <a:r>
              <a:rPr lang="ko-KR" altLang="en-US" sz="4400" b="1" dirty="0">
                <a:latin typeface="+mj-ea"/>
              </a:rPr>
              <a:t>이벤트 처리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E00B3D9-ED43-43C5-9F1F-FA37A40D295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00" y="1551938"/>
            <a:ext cx="15840000" cy="8376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6873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1D260B3C-4AD6-4C76-8D5C-7B23B021CAE8}"/>
              </a:ext>
            </a:extLst>
          </p:cNvPr>
          <p:cNvGrpSpPr/>
          <p:nvPr/>
        </p:nvGrpSpPr>
        <p:grpSpPr>
          <a:xfrm>
            <a:off x="1130300" y="2260600"/>
            <a:ext cx="3530600" cy="5765800"/>
            <a:chOff x="1130300" y="1155700"/>
            <a:chExt cx="3530600" cy="57658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>
              <a:alphaModFix amt="90000"/>
            </a:blip>
            <a:stretch>
              <a:fillRect/>
            </a:stretch>
          </p:blipFill>
          <p:spPr>
            <a:xfrm>
              <a:off x="1130300" y="1155700"/>
              <a:ext cx="3530600" cy="29591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87500" y="3848100"/>
              <a:ext cx="2921000" cy="3073400"/>
            </a:xfrm>
            <a:prstGeom prst="rect">
              <a:avLst/>
            </a:prstGeom>
          </p:spPr>
        </p:pic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73700" y="1460500"/>
            <a:ext cx="10185400" cy="6807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2" name="그룹 11">
            <a:extLst>
              <a:ext uri="{FF2B5EF4-FFF2-40B4-BE49-F238E27FC236}">
                <a16:creationId xmlns:a16="http://schemas.microsoft.com/office/drawing/2014/main" id="{AF38973F-FE6F-4D1B-A08F-E50EE9C466DD}"/>
              </a:ext>
            </a:extLst>
          </p:cNvPr>
          <p:cNvGrpSpPr/>
          <p:nvPr/>
        </p:nvGrpSpPr>
        <p:grpSpPr>
          <a:xfrm>
            <a:off x="4851400" y="2159000"/>
            <a:ext cx="9817100" cy="5969000"/>
            <a:chOff x="4851400" y="1155700"/>
            <a:chExt cx="9817100" cy="5969000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851400" y="1155700"/>
              <a:ext cx="9512300" cy="914400"/>
            </a:xfrm>
            <a:prstGeom prst="rect">
              <a:avLst/>
            </a:prstGeom>
          </p:spPr>
        </p:pic>
        <p:pic>
          <p:nvPicPr>
            <p:cNvPr id="10" name="Picture 10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851400" y="2730500"/>
              <a:ext cx="9817100" cy="4394200"/>
            </a:xfrm>
            <a:prstGeom prst="rect">
              <a:avLst/>
            </a:prstGeom>
          </p:spPr>
        </p:pic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38300" y="3613150"/>
            <a:ext cx="2959100" cy="30607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-12700"/>
            <a:ext cx="11938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3759">
            <a:off x="-127000" y="1130300"/>
            <a:ext cx="18592800" cy="25400"/>
          </a:xfrm>
          <a:prstGeom prst="rect">
            <a:avLst/>
          </a:prstGeom>
        </p:spPr>
      </p:pic>
      <p:pic>
        <p:nvPicPr>
          <p:cNvPr id="9218" name="Picture 2" descr="Solution Square : XP-Builder 교육 동영상">
            <a:extLst>
              <a:ext uri="{FF2B5EF4-FFF2-40B4-BE49-F238E27FC236}">
                <a16:creationId xmlns:a16="http://schemas.microsoft.com/office/drawing/2014/main" id="{9C22F33A-B710-43D7-B240-AEBA98B81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0" y="171450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C26BA90D-7783-49C8-85AA-CB52B2BBA5C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-12700"/>
            <a:ext cx="11938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3759">
            <a:off x="-127000" y="1130300"/>
            <a:ext cx="18592800" cy="2540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1AEBC24A-0E64-437A-BB9F-2630177119B2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754" t="3624" r="5049" b="2906"/>
          <a:stretch/>
        </p:blipFill>
        <p:spPr>
          <a:xfrm>
            <a:off x="3379200" y="3009900"/>
            <a:ext cx="2362200" cy="2359636"/>
          </a:xfrm>
          <a:prstGeom prst="rect">
            <a:avLst/>
          </a:prstGeom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516ABC84-BAB6-4D87-AABF-90E729C063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5718457"/>
              </p:ext>
            </p:extLst>
          </p:nvPr>
        </p:nvGraphicFramePr>
        <p:xfrm>
          <a:off x="6477000" y="2955278"/>
          <a:ext cx="9601200" cy="566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9788">
                  <a:extLst>
                    <a:ext uri="{9D8B030D-6E8A-4147-A177-3AD203B41FA5}">
                      <a16:colId xmlns:a16="http://schemas.microsoft.com/office/drawing/2014/main" val="3145184880"/>
                    </a:ext>
                  </a:extLst>
                </a:gridCol>
                <a:gridCol w="484094">
                  <a:extLst>
                    <a:ext uri="{9D8B030D-6E8A-4147-A177-3AD203B41FA5}">
                      <a16:colId xmlns:a16="http://schemas.microsoft.com/office/drawing/2014/main" val="1055347323"/>
                    </a:ext>
                  </a:extLst>
                </a:gridCol>
                <a:gridCol w="6777318">
                  <a:extLst>
                    <a:ext uri="{9D8B030D-6E8A-4147-A177-3AD203B41FA5}">
                      <a16:colId xmlns:a16="http://schemas.microsoft.com/office/drawing/2014/main" val="40941585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 dirty="0">
                          <a:solidFill>
                            <a:schemeClr val="tx1"/>
                          </a:solidFill>
                        </a:rPr>
                        <a:t>시리즈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IPC Series(wXP)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033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 dirty="0">
                          <a:solidFill>
                            <a:schemeClr val="tx1"/>
                          </a:solidFill>
                        </a:rPr>
                        <a:t>모델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PC/AT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7395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해상도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1600x900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79337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버전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800" b="1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800" b="1">
                          <a:solidFill>
                            <a:schemeClr val="tx1"/>
                          </a:solidFill>
                        </a:rPr>
                        <a:t>3.9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7899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4800" b="1">
                          <a:solidFill>
                            <a:schemeClr val="tx1"/>
                          </a:solidFill>
                        </a:rPr>
                        <a:t>연결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800" b="1">
                          <a:solidFill>
                            <a:schemeClr val="tx1"/>
                          </a:solidFill>
                        </a:rPr>
                        <a:t>: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4800" b="1" dirty="0">
                          <a:solidFill>
                            <a:schemeClr val="tx1"/>
                          </a:solidFill>
                        </a:rPr>
                        <a:t>192.168.0.1:2143</a:t>
                      </a:r>
                      <a:br>
                        <a:rPr lang="en-US" altLang="ko-KR" sz="4800" b="1" dirty="0">
                          <a:solidFill>
                            <a:schemeClr val="tx1"/>
                          </a:solidFill>
                        </a:rPr>
                      </a:br>
                      <a:r>
                        <a:rPr lang="en-US" altLang="ko-KR" sz="4800" b="1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4800" b="1" dirty="0">
                          <a:solidFill>
                            <a:schemeClr val="tx1"/>
                          </a:solidFill>
                        </a:rPr>
                        <a:t>시뮬레이션</a:t>
                      </a:r>
                      <a:r>
                        <a:rPr lang="en-US" altLang="ko-KR" sz="4800" b="1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1982698"/>
                  </a:ext>
                </a:extLst>
              </a:tr>
              <a:tr h="370840">
                <a:tc gridSpan="3">
                  <a:txBody>
                    <a:bodyPr/>
                    <a:lstStyle/>
                    <a:p>
                      <a:pPr latinLnBrk="1"/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4800" b="1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916416"/>
                  </a:ext>
                </a:extLst>
              </a:tr>
            </a:tbl>
          </a:graphicData>
        </a:graphic>
      </p:graphicFrame>
      <p:pic>
        <p:nvPicPr>
          <p:cNvPr id="14" name="Picture 7">
            <a:extLst>
              <a:ext uri="{FF2B5EF4-FFF2-40B4-BE49-F238E27FC236}">
                <a16:creationId xmlns:a16="http://schemas.microsoft.com/office/drawing/2014/main" id="{92D55190-B4E5-4F70-820A-EBD6D6133F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5042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-12700"/>
            <a:ext cx="11938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3759">
            <a:off x="-127000" y="1130300"/>
            <a:ext cx="18592800" cy="25400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92D55190-B4E5-4F70-820A-EBD6D6133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D97376-0166-4A4C-BD20-F072C45F52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904" y="1181101"/>
            <a:ext cx="15519192" cy="834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0073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5400" y="-12700"/>
            <a:ext cx="1193800" cy="1193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-3759">
            <a:off x="-127000" y="1130300"/>
            <a:ext cx="18592800" cy="25400"/>
          </a:xfrm>
          <a:prstGeom prst="rect">
            <a:avLst/>
          </a:prstGeom>
        </p:spPr>
      </p:pic>
      <p:pic>
        <p:nvPicPr>
          <p:cNvPr id="14" name="Picture 7">
            <a:extLst>
              <a:ext uri="{FF2B5EF4-FFF2-40B4-BE49-F238E27FC236}">
                <a16:creationId xmlns:a16="http://schemas.microsoft.com/office/drawing/2014/main" id="{92D55190-B4E5-4F70-820A-EBD6D6133F4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B4D97376-0166-4A4C-BD20-F072C45F525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0904" y="1181101"/>
            <a:ext cx="15519192" cy="8341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98454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9ADEEE61-4212-4538-BE9A-8C22EF1F2A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628900"/>
            <a:ext cx="12192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E136DA6-EFE0-4B79-9B45-0B768EC79ACE}"/>
              </a:ext>
            </a:extLst>
          </p:cNvPr>
          <p:cNvSpPr/>
          <p:nvPr/>
        </p:nvSpPr>
        <p:spPr>
          <a:xfrm>
            <a:off x="1256400" y="1256400"/>
            <a:ext cx="956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+mj-ea"/>
              </a:rPr>
              <a:t>1. HMI </a:t>
            </a:r>
            <a:r>
              <a:rPr lang="ko-KR" altLang="en-US" sz="3600" b="1" dirty="0">
                <a:latin typeface="+mj-ea"/>
              </a:rPr>
              <a:t>점멸등 운전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02C2996-2513-4968-9898-6AC13670A0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7916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4E136DA6-EFE0-4B79-9B45-0B768EC79ACE}"/>
              </a:ext>
            </a:extLst>
          </p:cNvPr>
          <p:cNvSpPr/>
          <p:nvPr/>
        </p:nvSpPr>
        <p:spPr>
          <a:xfrm>
            <a:off x="1256400" y="1256400"/>
            <a:ext cx="956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+mj-ea"/>
              </a:rPr>
              <a:t>1. HMI </a:t>
            </a:r>
            <a:r>
              <a:rPr lang="ko-KR" altLang="en-US" sz="3600" b="1" dirty="0">
                <a:latin typeface="+mj-ea"/>
              </a:rPr>
              <a:t>신호등 운전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A8D8543F-0A03-4300-8904-84D70C31DAF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628900"/>
            <a:ext cx="12192000" cy="6858000"/>
          </a:xfrm>
          <a:prstGeom prst="rect">
            <a:avLst/>
          </a:prstGeom>
        </p:spPr>
      </p:pic>
      <p:pic>
        <p:nvPicPr>
          <p:cNvPr id="9" name="Picture 7">
            <a:extLst>
              <a:ext uri="{FF2B5EF4-FFF2-40B4-BE49-F238E27FC236}">
                <a16:creationId xmlns:a16="http://schemas.microsoft.com/office/drawing/2014/main" id="{4B8BE2BE-B2C1-4868-AAD2-D66A4D69A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239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76467C2-012A-4B81-95DC-474FC54393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2628900"/>
            <a:ext cx="12192000" cy="685800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4E136DA6-EFE0-4B79-9B45-0B768EC79ACE}"/>
              </a:ext>
            </a:extLst>
          </p:cNvPr>
          <p:cNvSpPr/>
          <p:nvPr/>
        </p:nvSpPr>
        <p:spPr>
          <a:xfrm>
            <a:off x="1256400" y="1256400"/>
            <a:ext cx="956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3600" b="1" dirty="0">
                <a:latin typeface="+mj-ea"/>
              </a:rPr>
              <a:t>1. HMI</a:t>
            </a:r>
            <a:r>
              <a:rPr lang="ko-KR" altLang="en-US" sz="3600" b="1" dirty="0">
                <a:latin typeface="+mj-ea"/>
              </a:rPr>
              <a:t> 근접센서 운전</a:t>
            </a:r>
          </a:p>
        </p:txBody>
      </p:sp>
      <p:pic>
        <p:nvPicPr>
          <p:cNvPr id="6" name="Picture 7">
            <a:extLst>
              <a:ext uri="{FF2B5EF4-FFF2-40B4-BE49-F238E27FC236}">
                <a16:creationId xmlns:a16="http://schemas.microsoft.com/office/drawing/2014/main" id="{87DCADB8-678A-41D8-B7C5-8105C69D24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71813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3759">
            <a:off x="-127000" y="2286000"/>
            <a:ext cx="18592800" cy="254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300" y="1358900"/>
            <a:ext cx="3073400" cy="7112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44500" y="2514600"/>
            <a:ext cx="19177000" cy="1270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4330700"/>
            <a:ext cx="9613900" cy="12700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6800" y="7962900"/>
            <a:ext cx="16154400" cy="6477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6800" y="6146800"/>
            <a:ext cx="161544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00823F80-0A6A-4E2D-A052-6385A0F02DAC}"/>
              </a:ext>
            </a:extLst>
          </p:cNvPr>
          <p:cNvGrpSpPr/>
          <p:nvPr/>
        </p:nvGrpSpPr>
        <p:grpSpPr>
          <a:xfrm>
            <a:off x="3198903" y="2400300"/>
            <a:ext cx="11890194" cy="6320504"/>
            <a:chOff x="3581400" y="2419169"/>
            <a:chExt cx="11890194" cy="6320504"/>
          </a:xfrm>
          <a:solidFill>
            <a:schemeClr val="bg1"/>
          </a:solidFill>
        </p:grpSpPr>
        <p:pic>
          <p:nvPicPr>
            <p:cNvPr id="10" name="그림 9" descr="C:\Users\CutTh\Downloads\Wi-Fi_QR_code_ESP_Relay_Control.jpg">
              <a:extLst>
                <a:ext uri="{FF2B5EF4-FFF2-40B4-BE49-F238E27FC236}">
                  <a16:creationId xmlns:a16="http://schemas.microsoft.com/office/drawing/2014/main" id="{75E428AE-13E1-4664-957B-E49DDB653FCA}"/>
                </a:ext>
              </a:extLst>
            </p:cNvPr>
            <p:cNvPicPr/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9243" t="23059" r="19179" b="11514"/>
            <a:stretch/>
          </p:blipFill>
          <p:spPr bwMode="auto">
            <a:xfrm>
              <a:off x="3581400" y="3390900"/>
              <a:ext cx="5020232" cy="5334000"/>
            </a:xfrm>
            <a:prstGeom prst="rect">
              <a:avLst/>
            </a:prstGeom>
            <a:grpFill/>
            <a:ln>
              <a:noFill/>
            </a:ln>
          </p:spPr>
        </p:pic>
        <p:pic>
          <p:nvPicPr>
            <p:cNvPr id="11" name="그림 10" descr="C:\Users\CutTh\Downloads\qrcode_chrome.png">
              <a:extLst>
                <a:ext uri="{FF2B5EF4-FFF2-40B4-BE49-F238E27FC236}">
                  <a16:creationId xmlns:a16="http://schemas.microsoft.com/office/drawing/2014/main" id="{F1ECCD06-86A0-41B8-9237-6FB976B389EC}"/>
                </a:ext>
              </a:extLst>
            </p:cNvPr>
            <p:cNvPicPr/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137594" y="3405673"/>
              <a:ext cx="5334000" cy="5334000"/>
            </a:xfrm>
            <a:prstGeom prst="rect">
              <a:avLst/>
            </a:prstGeom>
            <a:grpFill/>
            <a:ln>
              <a:noFill/>
            </a:ln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BB2AB7C-FA9D-46E5-A9E4-FFC7F7C1918C}"/>
                </a:ext>
              </a:extLst>
            </p:cNvPr>
            <p:cNvSpPr txBox="1"/>
            <p:nvPr/>
          </p:nvSpPr>
          <p:spPr>
            <a:xfrm>
              <a:off x="3782046" y="2419170"/>
              <a:ext cx="4639412" cy="101566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6000" b="1" dirty="0">
                  <a:latin typeface="+mj-ea"/>
                  <a:ea typeface="+mj-ea"/>
                </a:rPr>
                <a:t>ESP </a:t>
              </a:r>
              <a:r>
                <a:rPr lang="en-US" altLang="ko-KR" sz="6000" b="1" dirty="0" err="1">
                  <a:latin typeface="+mj-ea"/>
                  <a:ea typeface="+mj-ea"/>
                </a:rPr>
                <a:t>Wifi</a:t>
              </a:r>
              <a:r>
                <a:rPr lang="en-US" altLang="ko-KR" sz="6000" b="1" dirty="0">
                  <a:latin typeface="+mj-ea"/>
                  <a:ea typeface="+mj-ea"/>
                </a:rPr>
                <a:t> QR</a:t>
              </a:r>
              <a:endParaRPr lang="ko-KR" altLang="en-US" sz="6000" b="1" dirty="0">
                <a:latin typeface="+mj-ea"/>
                <a:ea typeface="+mj-ea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38C30A1-198C-4646-B30E-27EF12565542}"/>
                </a:ext>
              </a:extLst>
            </p:cNvPr>
            <p:cNvSpPr txBox="1"/>
            <p:nvPr/>
          </p:nvSpPr>
          <p:spPr>
            <a:xfrm>
              <a:off x="10131606" y="2419169"/>
              <a:ext cx="5263044" cy="1015663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ko-KR" sz="6000" b="1" dirty="0">
                  <a:latin typeface="+mj-ea"/>
                  <a:ea typeface="+mj-ea"/>
                </a:rPr>
                <a:t>Web Page QR</a:t>
              </a:r>
              <a:endParaRPr lang="ko-KR" altLang="en-US" sz="6000" b="1" dirty="0">
                <a:latin typeface="+mj-ea"/>
                <a:ea typeface="+mj-ea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  <p:graphicFrame>
        <p:nvGraphicFramePr>
          <p:cNvPr id="9" name="표 8">
            <a:extLst>
              <a:ext uri="{FF2B5EF4-FFF2-40B4-BE49-F238E27FC236}">
                <a16:creationId xmlns:a16="http://schemas.microsoft.com/office/drawing/2014/main" id="{E72FD227-2161-48B1-99A7-D0C99E888D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265149"/>
              </p:ext>
            </p:extLst>
          </p:nvPr>
        </p:nvGraphicFramePr>
        <p:xfrm>
          <a:off x="1447800" y="1736078"/>
          <a:ext cx="16764000" cy="51682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62400">
                  <a:extLst>
                    <a:ext uri="{9D8B030D-6E8A-4147-A177-3AD203B41FA5}">
                      <a16:colId xmlns:a16="http://schemas.microsoft.com/office/drawing/2014/main" val="314518488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055347323"/>
                    </a:ext>
                  </a:extLst>
                </a:gridCol>
                <a:gridCol w="12344400">
                  <a:extLst>
                    <a:ext uri="{9D8B030D-6E8A-4147-A177-3AD203B41FA5}">
                      <a16:colId xmlns:a16="http://schemas.microsoft.com/office/drawing/2014/main" val="4094158506"/>
                    </a:ext>
                  </a:extLst>
                </a:gridCol>
              </a:tblGrid>
              <a:tr h="172276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ID</a:t>
                      </a:r>
                      <a:endParaRPr lang="ko-KR" altLang="en-US" sz="8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admin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20903373"/>
                  </a:ext>
                </a:extLst>
              </a:tr>
              <a:tr h="172276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PW</a:t>
                      </a:r>
                      <a:endParaRPr lang="ko-KR" altLang="en-US" sz="8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team_B_261023_kopo!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5739516"/>
                  </a:ext>
                </a:extLst>
              </a:tr>
              <a:tr h="1722761">
                <a:tc>
                  <a:txBody>
                    <a:bodyPr/>
                    <a:lstStyle/>
                    <a:p>
                      <a:pPr algn="r" latinLnBrk="1"/>
                      <a:r>
                        <a:rPr lang="en-US" altLang="ko-KR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PW QR</a:t>
                      </a:r>
                      <a:endParaRPr lang="ko-KR" altLang="en-US" sz="8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:</a:t>
                      </a:r>
                      <a:endParaRPr lang="ko-KR" altLang="en-US" sz="8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36295"/>
                  </a:ext>
                </a:extLst>
              </a:tr>
            </a:tbl>
          </a:graphicData>
        </a:graphic>
      </p:graphicFrame>
      <p:pic>
        <p:nvPicPr>
          <p:cNvPr id="3" name="그림 2">
            <a:extLst>
              <a:ext uri="{FF2B5EF4-FFF2-40B4-BE49-F238E27FC236}">
                <a16:creationId xmlns:a16="http://schemas.microsoft.com/office/drawing/2014/main" id="{3BCF482E-7744-472E-A4F7-6A46ED2FC43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36" t="9836"/>
          <a:stretch/>
        </p:blipFill>
        <p:spPr>
          <a:xfrm>
            <a:off x="5943600" y="5295900"/>
            <a:ext cx="4191000" cy="419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54619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-3759">
            <a:off x="-127000" y="1130300"/>
            <a:ext cx="18592800" cy="254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9900" y="4064000"/>
            <a:ext cx="9740900" cy="1803400"/>
          </a:xfrm>
          <a:prstGeom prst="rect">
            <a:avLst/>
          </a:prstGeom>
        </p:spPr>
      </p:pic>
      <p:pic>
        <p:nvPicPr>
          <p:cNvPr id="7" name="Picture 7">
            <a:extLst>
              <a:ext uri="{FF2B5EF4-FFF2-40B4-BE49-F238E27FC236}">
                <a16:creationId xmlns:a16="http://schemas.microsoft.com/office/drawing/2014/main" id="{FF27E060-6DB2-4D94-B593-71B2CE2DFC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" y="508000"/>
            <a:ext cx="3048000" cy="5207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9900" y="4064000"/>
            <a:ext cx="9740900" cy="1803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6BAF21B-AE6E-47F0-8D93-AB306055B2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76200" y="-12700"/>
            <a:ext cx="1244600" cy="1193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_xmlsignatures/_rels/origin.sigs.rels><?xml version="1.0" encoding="UTF-8" standalone="yes"?>
<Relationships xmlns="http://schemas.openxmlformats.org/package/2006/relationships"><Relationship Id="rId1" Type="http://schemas.openxmlformats.org/package/2006/relationships/digital-signature/signature" Target="sig1.xml"/></Relationships>
</file>

<file path=_xmlsignatures/sig1.xml><?xml version="1.0" encoding="utf-8"?>
<Signature xmlns="http://www.w3.org/2000/09/xmldsig#" Id="idPackageSignature">
  <SignedInfo>
    <CanonicalizationMethod Algorithm="http://www.w3.org/TR/2001/REC-xml-c14n-20010315"/>
    <SignatureMethod Algorithm="http://www.w3.org/2001/04/xmldsig-more#rsa-sha256"/>
    <Reference Type="http://www.w3.org/2000/09/xmldsig#Object" URI="#idPackageObject">
      <DigestMethod Algorithm="http://www.w3.org/2001/04/xmlenc#sha256"/>
      <DigestValue>bc8AQ4kzJgToE6MgNGoAYsrcM/y1LoJCnzfsUfqUMz0=</DigestValue>
    </Reference>
    <Reference Type="http://www.w3.org/2000/09/xmldsig#Object" URI="#idOfficeObject">
      <DigestMethod Algorithm="http://www.w3.org/2001/04/xmlenc#sha256"/>
      <DigestValue>PYRpM8ApxEml7bAQuZIV823W3Sv4grzolCV/yHEe8EM=</DigestValue>
    </Reference>
    <Reference Type="http://uri.etsi.org/01903#SignedProperties" URI="#idSignedProperties">
      <Transforms>
        <Transform Algorithm="http://www.w3.org/TR/2001/REC-xml-c14n-20010315"/>
      </Transforms>
      <DigestMethod Algorithm="http://www.w3.org/2001/04/xmlenc#sha256"/>
      <DigestValue>X78Qy5O3FYbqAN93YyJZCX97Ep3+Wtc+Li+lIN8kHIE=</DigestValue>
    </Reference>
  </SignedInfo>
  <SignatureValue>v0QQBZ7HO/42Nvy0DS3YDCXnV2vy3TOjoPUUcP2eGKW2VIwbz5RxbMsadS39L3aY6SeaS3hHYxZ8
rpkxh7asqIVLgs6L99tT+3feahy2ZoDblm5MSF684B4RJwHZUz4wq85M+7pZDlXkcFQqN1ovvFA0
ZcuIV/6VLMCmiSmGEAneDbNrB72Z02p3vdUMqwPKCZDGTZv9dR0//lJf7A93pu/OTp8xTHFpYmhV
e5iqitRzG9m0maQV0TrVSFkdqWs0QJiFbgjXNpCbuKlmUzwSikkEE8lcGviFqLq64n0ILlW/gjwP
YMWwb3AL+oC639Xv2Cf/6zlB13lsaBjbALjwIg==</SignatureValue>
  <KeyInfo>
    <X509Data>
      <X509Certificate>MIIDKTCCAhGgAwIBAgIQW6EWzzP60JpJaf07W4YLJjANBgkqhkiG9w0BAQsFADAdMRswGQYDVQQDDBJNeVBvd2VyUG9pbnRTaWduZXIwHhcNMjYxMDE2MjAyMTQ0WhcNMjcxMDE2MjA0MTQ0WjAdMRswGQYDVQQDDBJNeVBvd2VyUG9pbnRTaWduZXIwggEiMA0GCSqGSIb3DQEBAQUAA4IBDwAwggEKAoIBAQDLDIJ/qt+hnnL1Y6rhuQXy5jkoeX1qeWSbK6HzroepMjiBfa7k7gcKzy+n4vsBVUNa9hYrDsrvcXX0OXucq2y+UcOWGLvkGYMhUQWtz6OPK97H3IuWjeUnLtWtcNP+dGHz4dzYR8a+KqGGOJzmU3ZRdJCHbMGF7i2h11oQqH64/ZvMJV/wORqX6V5UrkdqZ4zYu0LbV95x1G8DtiDv4LrHFkC+lfdQZ5giU4zKdbf5mev6GtCOD4wHgwxkVsEzNoDljqwarN9/V8up0yTNY+95GV+TV/zI8PNAPZbMfuSNrywNPOx2dLY/GvhbfT7hFo1Isk3Q5njE2VWhGCrhUIllAgMBAAGjZTBjMA4GA1UdDwEB/wQEAwIHgDATBgNVHSUEDDAKBggrBgEFBQcDAzAdBgNVHREEFjAUghJNeVBvd2VyUG9pbnRTaWduZXIwHQYDVR0OBBYEFOQYD/6v2K0qlUGgkZxfBrIzjt0WMA0GCSqGSIb3DQEBCwUAA4IBAQCIbUZyqpEWGBdsodyWf4FeS8Y+XUN1njGqiXp/MYxmhWVCs/Kb7Kwb9O8pjuYYtyOlmZKBmvxB98SlTI0eF4WMQZvSVnOoAG10fCQB5Xu4Fv0BHFaNKXkk5It1DgsLrjZdgynHiNc7ey0Gs16EFKe+q7b3YE9Q+eSzRXKed3pBLQ2L2jqy9i7rZO0n6o+DD3SJpjLFRGTGoKBsjvnfzHPEJZhI7nj4Gh6+rufv/t+LasUDOOHXIYPWKsnt8X/EH8dNrDh+VeprFArQZiY9U6gu5LQqvztEIpiT5+Oyv7ksnDptz4yQmlCmI7i/3aVqI5vRCF1X04ko0RaMQXAs0PHb</X509Certificate>
    </X509Data>
  </KeyInfo>
  <Object Id="idPackageObject">
    <Manifest>
      <Reference URI="/_rels/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ZA0yc/xO3JTsFCHnkGRYT0tE9b7806O9EDnxF1WjyYo=</DigestValue>
      </Reference>
      <Reference URI="/ppt/_rels/presentation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3"/>
            <mdssi:RelationshipReference xmlns:mdssi="http://schemas.openxmlformats.org/package/2006/digital-signature" SourceId="rId18"/>
            <mdssi:RelationshipReference xmlns:mdssi="http://schemas.openxmlformats.org/package/2006/digital-signature" SourceId="rId26"/>
            <mdssi:RelationshipReference xmlns:mdssi="http://schemas.openxmlformats.org/package/2006/digital-signature" SourceId="rId39"/>
            <mdssi:RelationshipReference xmlns:mdssi="http://schemas.openxmlformats.org/package/2006/digital-signature" SourceId="rId21"/>
            <mdssi:RelationshipReference xmlns:mdssi="http://schemas.openxmlformats.org/package/2006/digital-signature" SourceId="rId34"/>
            <mdssi:RelationshipReference xmlns:mdssi="http://schemas.openxmlformats.org/package/2006/digital-signature" SourceId="rId42"/>
            <mdssi:RelationshipReference xmlns:mdssi="http://schemas.openxmlformats.org/package/2006/digital-signature" SourceId="rId47"/>
            <mdssi:RelationshipReference xmlns:mdssi="http://schemas.openxmlformats.org/package/2006/digital-signature" SourceId="rId50"/>
            <mdssi:RelationshipReference xmlns:mdssi="http://schemas.openxmlformats.org/package/2006/digital-signature" SourceId="rId55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6"/>
            <mdssi:RelationshipReference xmlns:mdssi="http://schemas.openxmlformats.org/package/2006/digital-signature" SourceId="rId29"/>
            <mdssi:RelationshipReference xmlns:mdssi="http://schemas.openxmlformats.org/package/2006/digital-signature" SourceId="rId11"/>
            <mdssi:RelationshipReference xmlns:mdssi="http://schemas.openxmlformats.org/package/2006/digital-signature" SourceId="rId24"/>
            <mdssi:RelationshipReference xmlns:mdssi="http://schemas.openxmlformats.org/package/2006/digital-signature" SourceId="rId32"/>
            <mdssi:RelationshipReference xmlns:mdssi="http://schemas.openxmlformats.org/package/2006/digital-signature" SourceId="rId37"/>
            <mdssi:RelationshipReference xmlns:mdssi="http://schemas.openxmlformats.org/package/2006/digital-signature" SourceId="rId40"/>
            <mdssi:RelationshipReference xmlns:mdssi="http://schemas.openxmlformats.org/package/2006/digital-signature" SourceId="rId45"/>
            <mdssi:RelationshipReference xmlns:mdssi="http://schemas.openxmlformats.org/package/2006/digital-signature" SourceId="rId53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19"/>
            <mdssi:RelationshipReference xmlns:mdssi="http://schemas.openxmlformats.org/package/2006/digital-signature" SourceId="rId31"/>
            <mdssi:RelationshipReference xmlns:mdssi="http://schemas.openxmlformats.org/package/2006/digital-signature" SourceId="rId44"/>
            <mdssi:RelationshipReference xmlns:mdssi="http://schemas.openxmlformats.org/package/2006/digital-signature" SourceId="rId52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22"/>
            <mdssi:RelationshipReference xmlns:mdssi="http://schemas.openxmlformats.org/package/2006/digital-signature" SourceId="rId27"/>
            <mdssi:RelationshipReference xmlns:mdssi="http://schemas.openxmlformats.org/package/2006/digital-signature" SourceId="rId30"/>
            <mdssi:RelationshipReference xmlns:mdssi="http://schemas.openxmlformats.org/package/2006/digital-signature" SourceId="rId35"/>
            <mdssi:RelationshipReference xmlns:mdssi="http://schemas.openxmlformats.org/package/2006/digital-signature" SourceId="rId43"/>
            <mdssi:RelationshipReference xmlns:mdssi="http://schemas.openxmlformats.org/package/2006/digital-signature" SourceId="rId48"/>
            <mdssi:RelationshipReference xmlns:mdssi="http://schemas.openxmlformats.org/package/2006/digital-signature" SourceId="rId8"/>
            <mdssi:RelationshipReference xmlns:mdssi="http://schemas.openxmlformats.org/package/2006/digital-signature" SourceId="rId51"/>
            <mdssi:RelationshipReference xmlns:mdssi="http://schemas.openxmlformats.org/package/2006/digital-signature" SourceId="rId3"/>
            <mdssi:RelationshipReference xmlns:mdssi="http://schemas.openxmlformats.org/package/2006/digital-signature" SourceId="rId12"/>
            <mdssi:RelationshipReference xmlns:mdssi="http://schemas.openxmlformats.org/package/2006/digital-signature" SourceId="rId17"/>
            <mdssi:RelationshipReference xmlns:mdssi="http://schemas.openxmlformats.org/package/2006/digital-signature" SourceId="rId25"/>
            <mdssi:RelationshipReference xmlns:mdssi="http://schemas.openxmlformats.org/package/2006/digital-signature" SourceId="rId33"/>
            <mdssi:RelationshipReference xmlns:mdssi="http://schemas.openxmlformats.org/package/2006/digital-signature" SourceId="rId38"/>
            <mdssi:RelationshipReference xmlns:mdssi="http://schemas.openxmlformats.org/package/2006/digital-signature" SourceId="rId46"/>
            <mdssi:RelationshipReference xmlns:mdssi="http://schemas.openxmlformats.org/package/2006/digital-signature" SourceId="rId20"/>
            <mdssi:RelationshipReference xmlns:mdssi="http://schemas.openxmlformats.org/package/2006/digital-signature" SourceId="rId41"/>
            <mdssi:RelationshipReference xmlns:mdssi="http://schemas.openxmlformats.org/package/2006/digital-signature" SourceId="rId54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5"/>
            <mdssi:RelationshipReference xmlns:mdssi="http://schemas.openxmlformats.org/package/2006/digital-signature" SourceId="rId23"/>
            <mdssi:RelationshipReference xmlns:mdssi="http://schemas.openxmlformats.org/package/2006/digital-signature" SourceId="rId28"/>
            <mdssi:RelationshipReference xmlns:mdssi="http://schemas.openxmlformats.org/package/2006/digital-signature" SourceId="rId36"/>
            <mdssi:RelationshipReference xmlns:mdssi="http://schemas.openxmlformats.org/package/2006/digital-signature" SourceId="rId49"/>
          </Transform>
          <Transform Algorithm="http://www.w3.org/TR/2001/REC-xml-c14n-20010315"/>
        </Transforms>
        <DigestMethod Algorithm="http://www.w3.org/2001/04/xmlenc#sha256"/>
        <DigestValue>SP650aAD8Tm7FuhmYt5kBDD3u6UZtRAc6wwyYfjutfE=</DigestValue>
      </Reference>
      <Reference URI="/ppt/fonts/font1.fntdata?ContentType=application/x-fontdata">
        <DigestMethod Algorithm="http://www.w3.org/2001/04/xmlenc#sha256"/>
        <DigestValue>SySXqcOwLybmbFsPFa+Jmhff81fMPqIiZreJyPXqV8g=</DigestValue>
      </Reference>
      <Reference URI="/ppt/fonts/font2.fntdata?ContentType=application/x-fontdata">
        <DigestMethod Algorithm="http://www.w3.org/2001/04/xmlenc#sha256"/>
        <DigestValue>paoY7pYx0wFKZ1sKsYcwD5ftuYSdN/5CP/ipeloUM/0=</DigestValue>
      </Reference>
      <Reference URI="/ppt/fonts/font3.fntdata?ContentType=application/x-fontdata">
        <DigestMethod Algorithm="http://www.w3.org/2001/04/xmlenc#sha256"/>
        <DigestValue>xuRrvmY5qYV47SYIU/PAlIDwmshQfdtrSa+PWgbNXfQ=</DigestValue>
      </Reference>
      <Reference URI="/ppt/fonts/font4.fntdata?ContentType=application/x-fontdata">
        <DigestMethod Algorithm="http://www.w3.org/2001/04/xmlenc#sha256"/>
        <DigestValue>khpz/eSy3wPWQyoN1BAH7h9mU5YwtWM3EAX1c6Z5Jy8=</DigestValue>
      </Reference>
      <Reference URI="/ppt/fonts/font5.fntdata?ContentType=application/x-fontdata">
        <DigestMethod Algorithm="http://www.w3.org/2001/04/xmlenc#sha256"/>
        <DigestValue>ErXpcMbHHm4H2PLzY92y05zPPyy3uCAB+lPJLdXq4Xg=</DigestValue>
      </Reference>
      <Reference URI="/ppt/fonts/font6.fntdata?ContentType=application/x-fontdata">
        <DigestMethod Algorithm="http://www.w3.org/2001/04/xmlenc#sha256"/>
        <DigestValue>Lq/MsSMtkcBABI5grve5LJZ6Zqi6CgUPevtQ2/4rIrE=</DigestValue>
      </Reference>
      <Reference URI="/ppt/media/image1.png?ContentType=image/png">
        <DigestMethod Algorithm="http://www.w3.org/2001/04/xmlenc#sha256"/>
        <DigestValue>huhAJNoWHu0BMPHQqZvF3tDKnpTdR17hgb/2/EXM+qU=</DigestValue>
      </Reference>
      <Reference URI="/ppt/media/image10.png?ContentType=image/png">
        <DigestMethod Algorithm="http://www.w3.org/2001/04/xmlenc#sha256"/>
        <DigestValue>GkXhdMnS+V8ZF0Hwtn+H4Ns2EvpDpKyI9vFak0O6Zgg=</DigestValue>
      </Reference>
      <Reference URI="/ppt/media/image100.png?ContentType=image/png">
        <DigestMethod Algorithm="http://www.w3.org/2001/04/xmlenc#sha256"/>
        <DigestValue>CJI7aUppq/BDRFUmwLRu7P+WFOK1kOAzCP5YH2X0af8=</DigestValue>
      </Reference>
      <Reference URI="/ppt/media/image101.png?ContentType=image/png">
        <DigestMethod Algorithm="http://www.w3.org/2001/04/xmlenc#sha256"/>
        <DigestValue>m+zoycyHjRQlAG4YVoq0CaRhzrh4QyGogRJs0MHEOSE=</DigestValue>
      </Reference>
      <Reference URI="/ppt/media/image102.jpeg?ContentType=image/jpeg">
        <DigestMethod Algorithm="http://www.w3.org/2001/04/xmlenc#sha256"/>
        <DigestValue>cTKkdxncJVibV5Bc9dCHtTR7RFIqxW4qruPwrEXwY9w=</DigestValue>
      </Reference>
      <Reference URI="/ppt/media/image103.png?ContentType=image/png">
        <DigestMethod Algorithm="http://www.w3.org/2001/04/xmlenc#sha256"/>
        <DigestValue>AEt1tOokllSnXtuIwIg8w2cRFBuL38WTLA9J/l/OevQ=</DigestValue>
      </Reference>
      <Reference URI="/ppt/media/image104.png?ContentType=image/png">
        <DigestMethod Algorithm="http://www.w3.org/2001/04/xmlenc#sha256"/>
        <DigestValue>BxTEwUeYwlCI8RWYW5DsCJxfqs/g8au1k0YgXANfYuY=</DigestValue>
      </Reference>
      <Reference URI="/ppt/media/image105.png?ContentType=image/png">
        <DigestMethod Algorithm="http://www.w3.org/2001/04/xmlenc#sha256"/>
        <DigestValue>gCQ3n2ZdSnySaiMvyb2K7le+l7C5AI+zh3cFVpFuoBw=</DigestValue>
      </Reference>
      <Reference URI="/ppt/media/image106.png?ContentType=image/png">
        <DigestMethod Algorithm="http://www.w3.org/2001/04/xmlenc#sha256"/>
        <DigestValue>9/7ZikjIf2A8BMmhAAR6E+UB4DJRTgE7vQim1JX+HUw=</DigestValue>
      </Reference>
      <Reference URI="/ppt/media/image11.png?ContentType=image/png">
        <DigestMethod Algorithm="http://www.w3.org/2001/04/xmlenc#sha256"/>
        <DigestValue>ifKr9V1ik6OTvAwm075V0Wl2kOjmO+UJs4zHLZ5uO9M=</DigestValue>
      </Reference>
      <Reference URI="/ppt/media/image12.png?ContentType=image/png">
        <DigestMethod Algorithm="http://www.w3.org/2001/04/xmlenc#sha256"/>
        <DigestValue>sb3Fs/MOtC8uvH0F1iThKvTKGdbyI4CHwPUNDqc+ehk=</DigestValue>
      </Reference>
      <Reference URI="/ppt/media/image13.svg?ContentType=image/svg+xml">
        <DigestMethod Algorithm="http://www.w3.org/2001/04/xmlenc#sha256"/>
        <DigestValue>6sG4oS6bDcrrpGjV3yxR4rmGzbbw2WkqtLHNJsGDhSs=</DigestValue>
      </Reference>
      <Reference URI="/ppt/media/image14.png?ContentType=image/png">
        <DigestMethod Algorithm="http://www.w3.org/2001/04/xmlenc#sha256"/>
        <DigestValue>/Ie+TbmFaHQGZ2qtoM9BBY8NtacK56XWUETGTo4Xp9M=</DigestValue>
      </Reference>
      <Reference URI="/ppt/media/image15.svg?ContentType=image/svg+xml">
        <DigestMethod Algorithm="http://www.w3.org/2001/04/xmlenc#sha256"/>
        <DigestValue>1Fymr28izPTO9Axbk9vqlc674Wz/uGDgBEEpa91ohD0=</DigestValue>
      </Reference>
      <Reference URI="/ppt/media/image16.png?ContentType=image/png">
        <DigestMethod Algorithm="http://www.w3.org/2001/04/xmlenc#sha256"/>
        <DigestValue>hjoVjFdUxCHJBx/LPUNkxY4dUzioxjr7XH1vq/vDJJ8=</DigestValue>
      </Reference>
      <Reference URI="/ppt/media/image17.svg?ContentType=image/svg+xml">
        <DigestMethod Algorithm="http://www.w3.org/2001/04/xmlenc#sha256"/>
        <DigestValue>7uPYRIpiimX0JcexU0tyYhfji5F/dLOoc65kd5TBO6E=</DigestValue>
      </Reference>
      <Reference URI="/ppt/media/image18.png?ContentType=image/png">
        <DigestMethod Algorithm="http://www.w3.org/2001/04/xmlenc#sha256"/>
        <DigestValue>6/dcKrfkKDddmqNfHs3ch5X4YWr5iWWvREwXWhgOz/o=</DigestValue>
      </Reference>
      <Reference URI="/ppt/media/image19.png?ContentType=image/png">
        <DigestMethod Algorithm="http://www.w3.org/2001/04/xmlenc#sha256"/>
        <DigestValue>KpzoiXSZ/Kp5cC12jjwhgtAEfqMeCeam74aKCBoRnz0=</DigestValue>
      </Reference>
      <Reference URI="/ppt/media/image2.png?ContentType=image/png">
        <DigestMethod Algorithm="http://www.w3.org/2001/04/xmlenc#sha256"/>
        <DigestValue>hlZsU6Yg7L7nmyVQ1Ch7TFuyRNdflLIkYgcv8Cw+WcA=</DigestValue>
      </Reference>
      <Reference URI="/ppt/media/image20.png?ContentType=image/png">
        <DigestMethod Algorithm="http://www.w3.org/2001/04/xmlenc#sha256"/>
        <DigestValue>mbHqxR3kWfDyX65WMpiyTDwhb4oN8sZ+BSdGkg/g64Y=</DigestValue>
      </Reference>
      <Reference URI="/ppt/media/image21.png?ContentType=image/png">
        <DigestMethod Algorithm="http://www.w3.org/2001/04/xmlenc#sha256"/>
        <DigestValue>ICO+qFTycV4GK2fdSE10imwcQQSjb/wcYNZBXIms9Q4=</DigestValue>
      </Reference>
      <Reference URI="/ppt/media/image22.png?ContentType=image/png">
        <DigestMethod Algorithm="http://www.w3.org/2001/04/xmlenc#sha256"/>
        <DigestValue>W9qbC8sEEazsHS4EaVhYrEq8OTyEkBjMwqUHBeh6fOk=</DigestValue>
      </Reference>
      <Reference URI="/ppt/media/image23.svg?ContentType=image/svg+xml">
        <DigestMethod Algorithm="http://www.w3.org/2001/04/xmlenc#sha256"/>
        <DigestValue>7sbCK35nNpLv5J+6DDWkbx6rASyOawJWlD/5sJY0aY0=</DigestValue>
      </Reference>
      <Reference URI="/ppt/media/image24.png?ContentType=image/png">
        <DigestMethod Algorithm="http://www.w3.org/2001/04/xmlenc#sha256"/>
        <DigestValue>W7zSWsm9CCttXiPSTh/53TInl3L5VD5HLMpW4If/5/k=</DigestValue>
      </Reference>
      <Reference URI="/ppt/media/image25.svg?ContentType=image/svg+xml">
        <DigestMethod Algorithm="http://www.w3.org/2001/04/xmlenc#sha256"/>
        <DigestValue>ULkyOSRJ8xXpOS+HmEplZB+tCAN3SC06evmgW6qm1hw=</DigestValue>
      </Reference>
      <Reference URI="/ppt/media/image26.png?ContentType=image/png">
        <DigestMethod Algorithm="http://www.w3.org/2001/04/xmlenc#sha256"/>
        <DigestValue>l9mPkzjiBoTFWyU4Y7CyRNLuiel+upCqKeKEyMFc5zI=</DigestValue>
      </Reference>
      <Reference URI="/ppt/media/image27.png?ContentType=image/png">
        <DigestMethod Algorithm="http://www.w3.org/2001/04/xmlenc#sha256"/>
        <DigestValue>6nG3MN3n5JR/fwK+XKy0wjQLpcUJkULFOFUF4IpQBx4=</DigestValue>
      </Reference>
      <Reference URI="/ppt/media/image28.png?ContentType=image/png">
        <DigestMethod Algorithm="http://www.w3.org/2001/04/xmlenc#sha256"/>
        <DigestValue>pUj2zVB22EclCmqSznZTHr+1tx3LCpveCNsK4aySbp8=</DigestValue>
      </Reference>
      <Reference URI="/ppt/media/image29.png?ContentType=image/png">
        <DigestMethod Algorithm="http://www.w3.org/2001/04/xmlenc#sha256"/>
        <DigestValue>A7r+TA+i783G6d/W4MTLekuKwrkgwRIMVGhrBMfv3Rc=</DigestValue>
      </Reference>
      <Reference URI="/ppt/media/image3.svg?ContentType=image/svg+xml">
        <DigestMethod Algorithm="http://www.w3.org/2001/04/xmlenc#sha256"/>
        <DigestValue>ezfKXjA5+eGiOJ/he5AWuWKvJywcCuxq0JxHV4BR4jI=</DigestValue>
      </Reference>
      <Reference URI="/ppt/media/image30.svg?ContentType=image/svg+xml">
        <DigestMethod Algorithm="http://www.w3.org/2001/04/xmlenc#sha256"/>
        <DigestValue>RT8YJ5pm1UEtH5Ck6sXQP/1NSXDqruAQzPfZd4WjLNg=</DigestValue>
      </Reference>
      <Reference URI="/ppt/media/image31.png?ContentType=image/png">
        <DigestMethod Algorithm="http://www.w3.org/2001/04/xmlenc#sha256"/>
        <DigestValue>TAOpMc/7ujkDJlBYtBJllPZHBcp6JgipcEs6dWc28ow=</DigestValue>
      </Reference>
      <Reference URI="/ppt/media/image32.png?ContentType=image/png">
        <DigestMethod Algorithm="http://www.w3.org/2001/04/xmlenc#sha256"/>
        <DigestValue>HTPwhqD338zi3TtaHuArtU1ZFSs6HY26LG05FJrzApA=</DigestValue>
      </Reference>
      <Reference URI="/ppt/media/image33.png?ContentType=image/png">
        <DigestMethod Algorithm="http://www.w3.org/2001/04/xmlenc#sha256"/>
        <DigestValue>F+yLDP1k1VLN33f6EHdyM8Jalp0lWDeJeQ6salaWhrg=</DigestValue>
      </Reference>
      <Reference URI="/ppt/media/image34.png?ContentType=image/png">
        <DigestMethod Algorithm="http://www.w3.org/2001/04/xmlenc#sha256"/>
        <DigestValue>SDpaEr45bmPmh/kfmkt1dhZPm2Iw8aIyGWgInD/DNEY=</DigestValue>
      </Reference>
      <Reference URI="/ppt/media/image35.png?ContentType=image/png">
        <DigestMethod Algorithm="http://www.w3.org/2001/04/xmlenc#sha256"/>
        <DigestValue>AUiuJE68fJ0XvT8yTn4qg8HMXL9Aftn6iBQOtD3iioY=</DigestValue>
      </Reference>
      <Reference URI="/ppt/media/image36.png?ContentType=image/png">
        <DigestMethod Algorithm="http://www.w3.org/2001/04/xmlenc#sha256"/>
        <DigestValue>+Xf6HVOh51Btsgdaba43rMXQb28/IxmjmvN8Iyy3PAM=</DigestValue>
      </Reference>
      <Reference URI="/ppt/media/image37.svg?ContentType=image/svg+xml">
        <DigestMethod Algorithm="http://www.w3.org/2001/04/xmlenc#sha256"/>
        <DigestValue>q1iTLHNA0eU9xH7VKWTl7K6p97uOBYGfZJHvBdFYVkE=</DigestValue>
      </Reference>
      <Reference URI="/ppt/media/image38.png?ContentType=image/png">
        <DigestMethod Algorithm="http://www.w3.org/2001/04/xmlenc#sha256"/>
        <DigestValue>UHA2ep3Fp7PU3my3eLidI9eDiDXzmlzTd1NgQZPmjgs=</DigestValue>
      </Reference>
      <Reference URI="/ppt/media/image39.png?ContentType=image/png">
        <DigestMethod Algorithm="http://www.w3.org/2001/04/xmlenc#sha256"/>
        <DigestValue>s6lyLCKVg3yN9EcUKcN6xI10QgmG8WuJ3voDqqgwEg0=</DigestValue>
      </Reference>
      <Reference URI="/ppt/media/image4.png?ContentType=image/png">
        <DigestMethod Algorithm="http://www.w3.org/2001/04/xmlenc#sha256"/>
        <DigestValue>kSiE8NZXVoO3ToJfun6M4A1etcU+pbIP+F4oVG1sGxM=</DigestValue>
      </Reference>
      <Reference URI="/ppt/media/image40.png?ContentType=image/png">
        <DigestMethod Algorithm="http://www.w3.org/2001/04/xmlenc#sha256"/>
        <DigestValue>Co6fyUCMezg9qJNyQiqVRtrYlGWGK/Xs1bffhfDhIes=</DigestValue>
      </Reference>
      <Reference URI="/ppt/media/image41.png?ContentType=image/png">
        <DigestMethod Algorithm="http://www.w3.org/2001/04/xmlenc#sha256"/>
        <DigestValue>Aj3GwWQJJ2XAMf7g81EQaXHMmZLGH0xmG+avXcDyPE4=</DigestValue>
      </Reference>
      <Reference URI="/ppt/media/image42.png?ContentType=image/png">
        <DigestMethod Algorithm="http://www.w3.org/2001/04/xmlenc#sha256"/>
        <DigestValue>FpdU4bYJsBP7L1cT6MJzgEvqt8fi1dpNAOmJswjjJ44=</DigestValue>
      </Reference>
      <Reference URI="/ppt/media/image43.png?ContentType=image/png">
        <DigestMethod Algorithm="http://www.w3.org/2001/04/xmlenc#sha256"/>
        <DigestValue>8bnh5au7vAvGTR8WKD2eJ91pFUaMumvT0ACYdv4dETw=</DigestValue>
      </Reference>
      <Reference URI="/ppt/media/image44.png?ContentType=image/png">
        <DigestMethod Algorithm="http://www.w3.org/2001/04/xmlenc#sha256"/>
        <DigestValue>q6VyEXtgeQs3aZzwNK7sipeKXVf/5bn/8iImUHsvs4c=</DigestValue>
      </Reference>
      <Reference URI="/ppt/media/image45.png?ContentType=image/png">
        <DigestMethod Algorithm="http://www.w3.org/2001/04/xmlenc#sha256"/>
        <DigestValue>Rw26JFI3TYVdjN2QNk6ys3B4eIm9zDLVlp/Z5Uh5J4k=</DigestValue>
      </Reference>
      <Reference URI="/ppt/media/image46.svg?ContentType=image/svg+xml">
        <DigestMethod Algorithm="http://www.w3.org/2001/04/xmlenc#sha256"/>
        <DigestValue>8PxykZe+WgcEt9G4QII5x0lFLEMLYJQierfF6p4IBg4=</DigestValue>
      </Reference>
      <Reference URI="/ppt/media/image47.png?ContentType=image/png">
        <DigestMethod Algorithm="http://www.w3.org/2001/04/xmlenc#sha256"/>
        <DigestValue>XL59NHqEiR4i33hjjgXVo3tDhNZKmmjy7GRQUd2RaYQ=</DigestValue>
      </Reference>
      <Reference URI="/ppt/media/image48.png?ContentType=image/png">
        <DigestMethod Algorithm="http://www.w3.org/2001/04/xmlenc#sha256"/>
        <DigestValue>q4Yeb4mngZL3VVQY//8M3P50MYAEddKQ6pVO68l6ssY=</DigestValue>
      </Reference>
      <Reference URI="/ppt/media/image49.png?ContentType=image/png">
        <DigestMethod Algorithm="http://www.w3.org/2001/04/xmlenc#sha256"/>
        <DigestValue>Grbf3ppkIrrq1iAqhgT88LuAK5jND8yw56POHn7To54=</DigestValue>
      </Reference>
      <Reference URI="/ppt/media/image5.svg?ContentType=image/svg+xml">
        <DigestMethod Algorithm="http://www.w3.org/2001/04/xmlenc#sha256"/>
        <DigestValue>pyN2+XhlH9y4Owq+/yosT/89nCzRzMJyQnsZOts1g9E=</DigestValue>
      </Reference>
      <Reference URI="/ppt/media/image50.png?ContentType=image/png">
        <DigestMethod Algorithm="http://www.w3.org/2001/04/xmlenc#sha256"/>
        <DigestValue>XvOzq6V1z34RhMQcqYg8EOeu3ZDukAldXVXR+nOAb4o=</DigestValue>
      </Reference>
      <Reference URI="/ppt/media/image51.png?ContentType=image/png">
        <DigestMethod Algorithm="http://www.w3.org/2001/04/xmlenc#sha256"/>
        <DigestValue>uhyPAMdbgmT/qgi3ELeDXWmoMMsYHiPQdwGiKsWzYOE=</DigestValue>
      </Reference>
      <Reference URI="/ppt/media/image52.png?ContentType=image/png">
        <DigestMethod Algorithm="http://www.w3.org/2001/04/xmlenc#sha256"/>
        <DigestValue>qLIfil4uJf9LLt0HqDrtKRuGxy0VjenchTlmhytCv9g=</DigestValue>
      </Reference>
      <Reference URI="/ppt/media/image53.png?ContentType=image/png">
        <DigestMethod Algorithm="http://www.w3.org/2001/04/xmlenc#sha256"/>
        <DigestValue>ZLjKyAnskgj3y9hAztHIOSLHof7g04S5yIIDyG+JxGI=</DigestValue>
      </Reference>
      <Reference URI="/ppt/media/image54.png?ContentType=image/png">
        <DigestMethod Algorithm="http://www.w3.org/2001/04/xmlenc#sha256"/>
        <DigestValue>JEVPWWWgEBtx/uR7fKb8gHijZh8mYenLljs88+XPJW4=</DigestValue>
      </Reference>
      <Reference URI="/ppt/media/image55.png?ContentType=image/png">
        <DigestMethod Algorithm="http://www.w3.org/2001/04/xmlenc#sha256"/>
        <DigestValue>pHdkOCIH62bNEjcnwc4eKvdP8UilhlRr7X0msR0FHYc=</DigestValue>
      </Reference>
      <Reference URI="/ppt/media/image56.png?ContentType=image/png">
        <DigestMethod Algorithm="http://www.w3.org/2001/04/xmlenc#sha256"/>
        <DigestValue>jnniul8Sx9S41fWaN7r5TZMVlUKw+EVYUehPaXGtJZg=</DigestValue>
      </Reference>
      <Reference URI="/ppt/media/image57.png?ContentType=image/png">
        <DigestMethod Algorithm="http://www.w3.org/2001/04/xmlenc#sha256"/>
        <DigestValue>wIELWxzhM9Aefo6AaYSuqqiBkW+GRtnmi8wBSPut8vM=</DigestValue>
      </Reference>
      <Reference URI="/ppt/media/image58.png?ContentType=image/png">
        <DigestMethod Algorithm="http://www.w3.org/2001/04/xmlenc#sha256"/>
        <DigestValue>a8/hl8+CCp34kns/e6IBt8u/PpZ7ilBIrIhr1Jc+wJw=</DigestValue>
      </Reference>
      <Reference URI="/ppt/media/image59.png?ContentType=image/png">
        <DigestMethod Algorithm="http://www.w3.org/2001/04/xmlenc#sha256"/>
        <DigestValue>xInGBfWDSsGLq2MuoWm1RGK9+lEDRcWlWAqnWL1lTlA=</DigestValue>
      </Reference>
      <Reference URI="/ppt/media/image6.png?ContentType=image/png">
        <DigestMethod Algorithm="http://www.w3.org/2001/04/xmlenc#sha256"/>
        <DigestValue>w0jyRKEmhLsttShqmbNmSnpwOE+mT8E+82q9E68OZsU=</DigestValue>
      </Reference>
      <Reference URI="/ppt/media/image60.png?ContentType=image/png">
        <DigestMethod Algorithm="http://www.w3.org/2001/04/xmlenc#sha256"/>
        <DigestValue>Kbg6CvxQF6r1OTtcDv5Lhkt6LpWsJmCWoFU+CwHxpbk=</DigestValue>
      </Reference>
      <Reference URI="/ppt/media/image61.png?ContentType=image/png">
        <DigestMethod Algorithm="http://www.w3.org/2001/04/xmlenc#sha256"/>
        <DigestValue>+11mMq5yDLzYJODQRwFs7vYJpDrZuAcASCuMqWAUBVQ=</DigestValue>
      </Reference>
      <Reference URI="/ppt/media/image62.png?ContentType=image/png">
        <DigestMethod Algorithm="http://www.w3.org/2001/04/xmlenc#sha256"/>
        <DigestValue>5Bv26w6mg5VdGuLX9bY/oLqFni0L41/AbVigosolFZo=</DigestValue>
      </Reference>
      <Reference URI="/ppt/media/image63.png?ContentType=image/png">
        <DigestMethod Algorithm="http://www.w3.org/2001/04/xmlenc#sha256"/>
        <DigestValue>Ur/hQr5vgfbIKmqBGinRWQTOgJFwat2GGzwFoRag7so=</DigestValue>
      </Reference>
      <Reference URI="/ppt/media/image64.png?ContentType=image/png">
        <DigestMethod Algorithm="http://www.w3.org/2001/04/xmlenc#sha256"/>
        <DigestValue>D2XyW8ZCs1ZEpPkF+8RvlaFF4Ibwv/8qhBwR88syA6Q=</DigestValue>
      </Reference>
      <Reference URI="/ppt/media/image65.png?ContentType=image/png">
        <DigestMethod Algorithm="http://www.w3.org/2001/04/xmlenc#sha256"/>
        <DigestValue>LChPDe2lXcKGWm1otIaJ5IsSDTxa62P4HMDn+Vhfu1U=</DigestValue>
      </Reference>
      <Reference URI="/ppt/media/image66.png?ContentType=image/png">
        <DigestMethod Algorithm="http://www.w3.org/2001/04/xmlenc#sha256"/>
        <DigestValue>gGkbnc7wvKaMHfDnRZXBazkMDaXtBb29Qs4jOp0UT/s=</DigestValue>
      </Reference>
      <Reference URI="/ppt/media/image67.png?ContentType=image/png">
        <DigestMethod Algorithm="http://www.w3.org/2001/04/xmlenc#sha256"/>
        <DigestValue>c9vkNBPu4iebGKPTJ30ldZqUpJbzKlAJdINNY7kdYt0=</DigestValue>
      </Reference>
      <Reference URI="/ppt/media/image68.png?ContentType=image/png">
        <DigestMethod Algorithm="http://www.w3.org/2001/04/xmlenc#sha256"/>
        <DigestValue>0NgpBDzf1evgzyCRJV2v33jh1WCtKDzJj1kSXE523p8=</DigestValue>
      </Reference>
      <Reference URI="/ppt/media/image69.png?ContentType=image/png">
        <DigestMethod Algorithm="http://www.w3.org/2001/04/xmlenc#sha256"/>
        <DigestValue>/4OgUL+qiscDR7ie+5QAjK+DrccvlPWCy4vYMgO06jc=</DigestValue>
      </Reference>
      <Reference URI="/ppt/media/image7.svg?ContentType=image/svg+xml">
        <DigestMethod Algorithm="http://www.w3.org/2001/04/xmlenc#sha256"/>
        <DigestValue>BWo2qedSwrAccU2ogaXbMrMNcyZA9IS+/Z5A8aHJjHo=</DigestValue>
      </Reference>
      <Reference URI="/ppt/media/image70.png?ContentType=image/png">
        <DigestMethod Algorithm="http://www.w3.org/2001/04/xmlenc#sha256"/>
        <DigestValue>NG4ZcsJh2LEpwgZpDqaP1hRVuQ8THKqIlcnZWvjSXcQ=</DigestValue>
      </Reference>
      <Reference URI="/ppt/media/image71.png?ContentType=image/png">
        <DigestMethod Algorithm="http://www.w3.org/2001/04/xmlenc#sha256"/>
        <DigestValue>y2hPhXNo3TNWHwxQvR7laxKtjH/X8S1I5O/plffqHtw=</DigestValue>
      </Reference>
      <Reference URI="/ppt/media/image72.png?ContentType=image/png">
        <DigestMethod Algorithm="http://www.w3.org/2001/04/xmlenc#sha256"/>
        <DigestValue>1JCXm5zAQ4sU3sXjOv1JRV0sdfNONrin5KdhwMxy+yE=</DigestValue>
      </Reference>
      <Reference URI="/ppt/media/image73.png?ContentType=image/png">
        <DigestMethod Algorithm="http://www.w3.org/2001/04/xmlenc#sha256"/>
        <DigestValue>F5QI8WcT1ZgKNFFOZYecP/l+FBsaOxuqGdxoMYwdiWs=</DigestValue>
      </Reference>
      <Reference URI="/ppt/media/image74.png?ContentType=image/png">
        <DigestMethod Algorithm="http://www.w3.org/2001/04/xmlenc#sha256"/>
        <DigestValue>uo4aDwItcTYdltIGeyRxYOTVLkfbdieLR/ZnURdRe/o=</DigestValue>
      </Reference>
      <Reference URI="/ppt/media/image75.png?ContentType=image/png">
        <DigestMethod Algorithm="http://www.w3.org/2001/04/xmlenc#sha256"/>
        <DigestValue>Ju8AsFURkpBWkhwDp/j0qtXCG88oO4pp61njehkHZoU=</DigestValue>
      </Reference>
      <Reference URI="/ppt/media/image76.png?ContentType=image/png">
        <DigestMethod Algorithm="http://www.w3.org/2001/04/xmlenc#sha256"/>
        <DigestValue>piRnnAeu1VqtdPvJWLgPIto2YcLbTJ93Kgl0ibNFqYU=</DigestValue>
      </Reference>
      <Reference URI="/ppt/media/image77.png?ContentType=image/png">
        <DigestMethod Algorithm="http://www.w3.org/2001/04/xmlenc#sha256"/>
        <DigestValue>7+f8+L+xPdBjGZyVHAJkwZV29E0KDUFUL3ootlCir3Q=</DigestValue>
      </Reference>
      <Reference URI="/ppt/media/image78.png?ContentType=image/png">
        <DigestMethod Algorithm="http://www.w3.org/2001/04/xmlenc#sha256"/>
        <DigestValue>zChC8Bm9pj2XXJdJdwK/UyLck7a+xZgEVvj85D4L8Gg=</DigestValue>
      </Reference>
      <Reference URI="/ppt/media/image79.png?ContentType=image/png">
        <DigestMethod Algorithm="http://www.w3.org/2001/04/xmlenc#sha256"/>
        <DigestValue>P9EgYU0p1TSm0jHUIAtYnmmxPvf2/GOb+n1FQFfCvd4=</DigestValue>
      </Reference>
      <Reference URI="/ppt/media/image8.png?ContentType=image/png">
        <DigestMethod Algorithm="http://www.w3.org/2001/04/xmlenc#sha256"/>
        <DigestValue>935HtlDgUoMXqose1W7wxwDOul0x6eQ9uQJRESbWjkY=</DigestValue>
      </Reference>
      <Reference URI="/ppt/media/image80.png?ContentType=image/png">
        <DigestMethod Algorithm="http://www.w3.org/2001/04/xmlenc#sha256"/>
        <DigestValue>QxAqwhoAHKmz02qhsWjb4SOxCahZzmAGiJoq2ytqD7E=</DigestValue>
      </Reference>
      <Reference URI="/ppt/media/image81.png?ContentType=image/png">
        <DigestMethod Algorithm="http://www.w3.org/2001/04/xmlenc#sha256"/>
        <DigestValue>XR0CsPwWrDzJZmA71AzfFwRRdyyTJqh7i33iSgXAhys=</DigestValue>
      </Reference>
      <Reference URI="/ppt/media/image82.png?ContentType=image/png">
        <DigestMethod Algorithm="http://www.w3.org/2001/04/xmlenc#sha256"/>
        <DigestValue>iEqOFG+bmHvl5/uTCDSkn32pUBJ0TPEDDmJrW3Bfb10=</DigestValue>
      </Reference>
      <Reference URI="/ppt/media/image83.png?ContentType=image/png">
        <DigestMethod Algorithm="http://www.w3.org/2001/04/xmlenc#sha256"/>
        <DigestValue>g+qyHHoWE0bXPO1z1QPuz3MiBpMFGdZh/n7Ex8ybOa8=</DigestValue>
      </Reference>
      <Reference URI="/ppt/media/image84.png?ContentType=image/png">
        <DigestMethod Algorithm="http://www.w3.org/2001/04/xmlenc#sha256"/>
        <DigestValue>nozqRpLdq+oVkmPz3RLfU3W7ZMIRJ/hQwJig95C+Tb4=</DigestValue>
      </Reference>
      <Reference URI="/ppt/media/image85.png?ContentType=image/png">
        <DigestMethod Algorithm="http://www.w3.org/2001/04/xmlenc#sha256"/>
        <DigestValue>kx/VznOy9V9ayOGh0cbGycueTgIeswwdyxKR9CFqbRQ=</DigestValue>
      </Reference>
      <Reference URI="/ppt/media/image86.png?ContentType=image/png">
        <DigestMethod Algorithm="http://www.w3.org/2001/04/xmlenc#sha256"/>
        <DigestValue>QagxKCkIJYxOa8HOyKY2k2AYR9qwbdcFFpAzNs5mOMw=</DigestValue>
      </Reference>
      <Reference URI="/ppt/media/image87.png?ContentType=image/png">
        <DigestMethod Algorithm="http://www.w3.org/2001/04/xmlenc#sha256"/>
        <DigestValue>VyWyI7qJTuoNEeE+Ph0sHJjkbrUY2YF3Q5c8iZ+yytM=</DigestValue>
      </Reference>
      <Reference URI="/ppt/media/image88.jpeg?ContentType=image/jpeg">
        <DigestMethod Algorithm="http://www.w3.org/2001/04/xmlenc#sha256"/>
        <DigestValue>nfSJkyBeJU7HvWg4Dex9P6E9eugE8iOncIQKRt9ilCk=</DigestValue>
      </Reference>
      <Reference URI="/ppt/media/image89.png?ContentType=image/png">
        <DigestMethod Algorithm="http://www.w3.org/2001/04/xmlenc#sha256"/>
        <DigestValue>7e+WRgQm7RDYABkaKHzG7y5A+9pUv0J+2Lcz9/eOzg0=</DigestValue>
      </Reference>
      <Reference URI="/ppt/media/image9.svg?ContentType=image/svg+xml">
        <DigestMethod Algorithm="http://www.w3.org/2001/04/xmlenc#sha256"/>
        <DigestValue>v0CWfhG7XGQlvTd49VDRmALP1xYMaf/xUxLd6AdXf3Q=</DigestValue>
      </Reference>
      <Reference URI="/ppt/media/image90.png?ContentType=image/png">
        <DigestMethod Algorithm="http://www.w3.org/2001/04/xmlenc#sha256"/>
        <DigestValue>X8+QXZjMaSe/fq7vAQDViiKm9DkYXrMzGmeMhEIdB7k=</DigestValue>
      </Reference>
      <Reference URI="/ppt/media/image91.png?ContentType=image/png">
        <DigestMethod Algorithm="http://www.w3.org/2001/04/xmlenc#sha256"/>
        <DigestValue>yXAJukRl3PlHnmK59A+IFaundHC5WZHLky1SKrUxtj4=</DigestValue>
      </Reference>
      <Reference URI="/ppt/media/image92.gif?ContentType=image/gif">
        <DigestMethod Algorithm="http://www.w3.org/2001/04/xmlenc#sha256"/>
        <DigestValue>avjODgToSmbzdaFjQU61M86cbrQyS6dlXeTDMtXEBdg=</DigestValue>
      </Reference>
      <Reference URI="/ppt/media/image93.gif?ContentType=image/gif">
        <DigestMethod Algorithm="http://www.w3.org/2001/04/xmlenc#sha256"/>
        <DigestValue>Sy9fhHBq6qUJ7M+m9IymtjLCckW8U436Fd9UMdv2cJc=</DigestValue>
      </Reference>
      <Reference URI="/ppt/media/image94.gif?ContentType=image/gif">
        <DigestMethod Algorithm="http://www.w3.org/2001/04/xmlenc#sha256"/>
        <DigestValue>QARqC9RlQyxUmnEaA7/pGaZaPwDEkJCkdoF5eRHHFq8=</DigestValue>
      </Reference>
      <Reference URI="/ppt/media/image95.svg?ContentType=image/svg+xml">
        <DigestMethod Algorithm="http://www.w3.org/2001/04/xmlenc#sha256"/>
        <DigestValue>E7OmVKWxu/3v+/RJY0r7qTP13DIse5NdmKpy8MOFaSQ=</DigestValue>
      </Reference>
      <Reference URI="/ppt/media/image96.png?ContentType=image/png">
        <DigestMethod Algorithm="http://www.w3.org/2001/04/xmlenc#sha256"/>
        <DigestValue>ii0XblZRL4/cS3LJ1syyXEkDIOS08KppR0nh1PwUkWc=</DigestValue>
      </Reference>
      <Reference URI="/ppt/media/image97.png?ContentType=image/png">
        <DigestMethod Algorithm="http://www.w3.org/2001/04/xmlenc#sha256"/>
        <DigestValue>UYB3f7h4LesW87AjubzUmb+mdSaI+EKA9DOcP7dhaNs=</DigestValue>
      </Reference>
      <Reference URI="/ppt/media/image98.png?ContentType=image/png">
        <DigestMethod Algorithm="http://www.w3.org/2001/04/xmlenc#sha256"/>
        <DigestValue>gFKO1LMe9u77Og88sfAqI8TQolblYTUU500aznNsCwE=</DigestValue>
      </Reference>
      <Reference URI="/ppt/media/image99.png?ContentType=image/png">
        <DigestMethod Algorithm="http://www.w3.org/2001/04/xmlenc#sha256"/>
        <DigestValue>0pSLI9phavFd9U/XFxeTvmCYTMKo/zFDj5gS7NnCKGI=</DigestValue>
      </Reference>
      <Reference URI="/ppt/notesMasters/_rels/notes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/7uK4nOrjCm8I3MzWhp7br2N1LX5670v4kFsav/hBR0=</DigestValue>
      </Reference>
      <Reference URI="/ppt/notesMasters/notesMaster1.xml?ContentType=application/vnd.openxmlformats-officedocument.presentationml.notesMaster+xml">
        <DigestMethod Algorithm="http://www.w3.org/2001/04/xmlenc#sha256"/>
        <DigestValue>cpZlma560P08X49dvU3TgL7/S7nXimtB+ObXiBFPG3k=</DigestValue>
      </Reference>
      <Reference URI="/ppt/notesSlides/_rels/notes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Qbx2/kUayG2sCMVMUwisSjX4qdyqAkLD84NiRqLoxLo=</DigestValue>
      </Reference>
      <Reference URI="/ppt/notesSlides/_rels/notes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59/QlG4BApfFQsDhnWqTssSirjBCTRsXzfuSC5EL4Fc=</DigestValue>
      </Reference>
      <Reference URI="/ppt/notesSlides/_rels/notes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ERoXCVgJoyK9NbTaKKj3j3lsJjOewjQj0Hpaq3mW1lc=</DigestValue>
      </Reference>
      <Reference URI="/ppt/notesSlides/_rels/notes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jFniGvVtA0NSLNI24q2r1LBr6WcXEvqP9rRbsxiSG+M=</DigestValue>
      </Reference>
      <Reference URI="/ppt/notesSlides/_rels/notes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1BPyxV6TIsv5NtdZK1om2m/RRp1hV/nvbBALZDOKFX8=</DigestValue>
      </Reference>
      <Reference URI="/ppt/notesSlides/_rels/notes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D8tyBQjvU+Q5thsQmy3m+/ofh38IpbSB5zSCD0wa9Zk=</DigestValue>
      </Reference>
      <Reference URI="/ppt/notesSlides/_rels/notesSlide1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yhjGUjt8ajV5Zd6z9pbrpn4/WE7rgXZzOyPe5QYJOro=</DigestValue>
      </Reference>
      <Reference URI="/ppt/notesSlides/_rels/notesSlide1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i+FrAvxhHT3cCNFbBxD2H3L57k+hxd67gErQe5vuJ6U=</DigestValue>
      </Reference>
      <Reference URI="/ppt/notesSlides/_rels/notesSlide1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E+aEJEwVtGngS4V9niqd7KMU6STL7ffboyK8v2Gi2TE=</DigestValue>
      </Reference>
      <Reference URI="/ppt/notesSlides/_rels/notes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LJD9r9ApfNJxBHgU6wW19C3I+pz+O9CG3OLlv5yKNCA=</DigestValue>
      </Reference>
      <Reference URI="/ppt/notesSlides/_rels/notes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5ml6lPEfIXKvIooNILmulborvv6c8/pTdR+GFfG2gyM=</DigestValue>
      </Reference>
      <Reference URI="/ppt/notesSlides/_rels/notes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07i/d5H+TMjpFUtOZ/iIQpNGCMBVMmmn0IlYjlcaDUU=</DigestValue>
      </Reference>
      <Reference URI="/ppt/notesSlides/_rels/notes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3Vu5lrpp3Q5f39dXJxCFCbwRWfIoL59w8wNTMNWxeUo=</DigestValue>
      </Reference>
      <Reference URI="/ppt/notesSlides/_rels/notes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qAhTmNYwx+xyN/dLaEnpwBTY9AcU4mu8++Nzi6LHk1s=</DigestValue>
      </Reference>
      <Reference URI="/ppt/notesSlides/_rels/notes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TBfn2h3Vn35SKPsDVnRgGPHEQMcPhXmGFa99ta03Y18=</DigestValue>
      </Reference>
      <Reference URI="/ppt/notesSlides/_rels/notes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ihQ5+dt5OgH17TLYuLPbLMQBxOLXhES5/k4M9Hvj6Bs=</DigestValue>
      </Reference>
      <Reference URI="/ppt/notesSlides/_rels/notes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obFBTCb2NB7OwPiwEKSRyXTjRUCdV3fdwlW20G5Dc6A=</DigestValue>
      </Reference>
      <Reference URI="/ppt/notesSlides/notesSlide1.xml?ContentType=application/vnd.openxmlformats-officedocument.presentationml.notesSlide+xml">
        <DigestMethod Algorithm="http://www.w3.org/2001/04/xmlenc#sha256"/>
        <DigestValue>BE4OKaC0sge5VeooFO6wpDhQhDWIkkbupIEzNqGQj2A=</DigestValue>
      </Reference>
      <Reference URI="/ppt/notesSlides/notesSlide10.xml?ContentType=application/vnd.openxmlformats-officedocument.presentationml.notesSlide+xml">
        <DigestMethod Algorithm="http://www.w3.org/2001/04/xmlenc#sha256"/>
        <DigestValue>edpXgvcxYmRZUScrxREja4oIFJmOKBp35pcYd3dFe1M=</DigestValue>
      </Reference>
      <Reference URI="/ppt/notesSlides/notesSlide11.xml?ContentType=application/vnd.openxmlformats-officedocument.presentationml.notesSlide+xml">
        <DigestMethod Algorithm="http://www.w3.org/2001/04/xmlenc#sha256"/>
        <DigestValue>fA8yvQyorYLxqWoJv0N1Q7hHIpFgR5D969XYFW2e5Zk=</DigestValue>
      </Reference>
      <Reference URI="/ppt/notesSlides/notesSlide12.xml?ContentType=application/vnd.openxmlformats-officedocument.presentationml.notesSlide+xml">
        <DigestMethod Algorithm="http://www.w3.org/2001/04/xmlenc#sha256"/>
        <DigestValue>YFPSXky2M3fvQMJHymYaSiaqqoJO/jdzV/DRZG7+E20=</DigestValue>
      </Reference>
      <Reference URI="/ppt/notesSlides/notesSlide13.xml?ContentType=application/vnd.openxmlformats-officedocument.presentationml.notesSlide+xml">
        <DigestMethod Algorithm="http://www.w3.org/2001/04/xmlenc#sha256"/>
        <DigestValue>ft+LVrcnMO8KXjqziwnvnj+RdraWNPZDbm2vpJx3Jgs=</DigestValue>
      </Reference>
      <Reference URI="/ppt/notesSlides/notesSlide14.xml?ContentType=application/vnd.openxmlformats-officedocument.presentationml.notesSlide+xml">
        <DigestMethod Algorithm="http://www.w3.org/2001/04/xmlenc#sha256"/>
        <DigestValue>mOOtrpC1gE1NtdcCYivHwD9lsv0E9ak2NUfEVWgK24Q=</DigestValue>
      </Reference>
      <Reference URI="/ppt/notesSlides/notesSlide15.xml?ContentType=application/vnd.openxmlformats-officedocument.presentationml.notesSlide+xml">
        <DigestMethod Algorithm="http://www.w3.org/2001/04/xmlenc#sha256"/>
        <DigestValue>/XbEXUis2cae7dtyrE+ouRPN0Ttz9GBRIg2ZJtQvk4w=</DigestValue>
      </Reference>
      <Reference URI="/ppt/notesSlides/notesSlide16.xml?ContentType=application/vnd.openxmlformats-officedocument.presentationml.notesSlide+xml">
        <DigestMethod Algorithm="http://www.w3.org/2001/04/xmlenc#sha256"/>
        <DigestValue>ZpkpE03IvZ8S4QFGuz/BCqcxq6EtF4NzN5xDYCwWAfY=</DigestValue>
      </Reference>
      <Reference URI="/ppt/notesSlides/notesSlide17.xml?ContentType=application/vnd.openxmlformats-officedocument.presentationml.notesSlide+xml">
        <DigestMethod Algorithm="http://www.w3.org/2001/04/xmlenc#sha256"/>
        <DigestValue>uCPGswdgVkzdw4VI+MfyR7nDczXxcO9snh16RHPOP+8=</DigestValue>
      </Reference>
      <Reference URI="/ppt/notesSlides/notesSlide2.xml?ContentType=application/vnd.openxmlformats-officedocument.presentationml.notesSlide+xml">
        <DigestMethod Algorithm="http://www.w3.org/2001/04/xmlenc#sha256"/>
        <DigestValue>e5ZWUrLaVXCw4BjocQqUmnTm+nUGCCwFOfP+HtkXzRc=</DigestValue>
      </Reference>
      <Reference URI="/ppt/notesSlides/notesSlide3.xml?ContentType=application/vnd.openxmlformats-officedocument.presentationml.notesSlide+xml">
        <DigestMethod Algorithm="http://www.w3.org/2001/04/xmlenc#sha256"/>
        <DigestValue>bQab3BRxRJsm0ibOTU1bUn1kjNF0+rmqZpj/h1F++Jg=</DigestValue>
      </Reference>
      <Reference URI="/ppt/notesSlides/notesSlide4.xml?ContentType=application/vnd.openxmlformats-officedocument.presentationml.notesSlide+xml">
        <DigestMethod Algorithm="http://www.w3.org/2001/04/xmlenc#sha256"/>
        <DigestValue>7fbhhIgnaUsPOxYCDUMGJ10QPu+GRG8KTCx7U3NWTXQ=</DigestValue>
      </Reference>
      <Reference URI="/ppt/notesSlides/notesSlide5.xml?ContentType=application/vnd.openxmlformats-officedocument.presentationml.notesSlide+xml">
        <DigestMethod Algorithm="http://www.w3.org/2001/04/xmlenc#sha256"/>
        <DigestValue>KzDSbfeKSAJr5m/cgQzqgJT++XZWA1nPIQtQ0cZQFOI=</DigestValue>
      </Reference>
      <Reference URI="/ppt/notesSlides/notesSlide6.xml?ContentType=application/vnd.openxmlformats-officedocument.presentationml.notesSlide+xml">
        <DigestMethod Algorithm="http://www.w3.org/2001/04/xmlenc#sha256"/>
        <DigestValue>t/SMy5WUkoOOGEqgGmIvgUnLXZR3OA6eyY5WOxaLWCk=</DigestValue>
      </Reference>
      <Reference URI="/ppt/notesSlides/notesSlide7.xml?ContentType=application/vnd.openxmlformats-officedocument.presentationml.notesSlide+xml">
        <DigestMethod Algorithm="http://www.w3.org/2001/04/xmlenc#sha256"/>
        <DigestValue>YxqZI354LNDehtQkqk7zDKFjQd26PIPd6Iyao6An1KU=</DigestValue>
      </Reference>
      <Reference URI="/ppt/notesSlides/notesSlide8.xml?ContentType=application/vnd.openxmlformats-officedocument.presentationml.notesSlide+xml">
        <DigestMethod Algorithm="http://www.w3.org/2001/04/xmlenc#sha256"/>
        <DigestValue>rcMKluUaFlLlGazRsO35RdoWLUtpGPoF5VDEh+YpZz0=</DigestValue>
      </Reference>
      <Reference URI="/ppt/notesSlides/notesSlide9.xml?ContentType=application/vnd.openxmlformats-officedocument.presentationml.notesSlide+xml">
        <DigestMethod Algorithm="http://www.w3.org/2001/04/xmlenc#sha256"/>
        <DigestValue>sk9KU64yhG3YpNoAkSlE06tSfO89OZCaNn3UQBF6OOg=</DigestValue>
      </Reference>
      <Reference URI="/ppt/presentation.xml?ContentType=application/vnd.openxmlformats-officedocument.presentationml.presentation.main+xml">
        <DigestMethod Algorithm="http://www.w3.org/2001/04/xmlenc#sha256"/>
        <DigestValue>Lk0ybc9c9oDHZQF52sve8SV276Vh1qBnZhoQRrMh/Rk=</DigestValue>
      </Reference>
      <Reference URI="/ppt/presProps.xml?ContentType=application/vnd.openxmlformats-officedocument.presentationml.presProps+xml">
        <DigestMethod Algorithm="http://www.w3.org/2001/04/xmlenc#sha256"/>
        <DigestValue>H3VGEn8sdxTk+W63jHoAmEPPdACIYV0ZS3uGZVHIfFA=</DigestValue>
      </Reference>
      <Reference URI="/ppt/slideLayouts/_rels/slideLayout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CoA0hKXji5zRjY6+tCqrunVVM4B64dMhI7puf2Jpn2I=</DigestValue>
      </Reference>
      <Reference URI="/ppt/slideLayouts/_rels/slideLayout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</Transform>
          <Transform Algorithm="http://www.w3.org/TR/2001/REC-xml-c14n-20010315"/>
        </Transforms>
        <DigestMethod Algorithm="http://www.w3.org/2001/04/xmlenc#sha256"/>
        <DigestValue>0K64HTmiJ1K+UTaLaYyekIUc0V085ycQVufsb5bnsM4=</DigestValue>
      </Reference>
      <Reference URI="/ppt/slideLayouts/_rels/slideLayout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_rels/slideLayout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FfOTYs5qPsP9kqr29v088r9Qteu7RHAHwl1tK5oOaCM=</DigestValue>
      </Reference>
      <Reference URI="/ppt/slideLayouts/slideLayout1.xml?ContentType=application/vnd.openxmlformats-officedocument.presentationml.slideLayout+xml">
        <DigestMethod Algorithm="http://www.w3.org/2001/04/xmlenc#sha256"/>
        <DigestValue>kVxL36rnPF7TJXrhNs1etVXK2IKyzlhRtNE+Ows6we4=</DigestValue>
      </Reference>
      <Reference URI="/ppt/slideLayouts/slideLayout10.xml?ContentType=application/vnd.openxmlformats-officedocument.presentationml.slideLayout+xml">
        <DigestMethod Algorithm="http://www.w3.org/2001/04/xmlenc#sha256"/>
        <DigestValue>9WaV2DY+ZOgwcvGl9UNi4d0BKw4KEGQxS1jC9atTBOk=</DigestValue>
      </Reference>
      <Reference URI="/ppt/slideLayouts/slideLayout11.xml?ContentType=application/vnd.openxmlformats-officedocument.presentationml.slideLayout+xml">
        <DigestMethod Algorithm="http://www.w3.org/2001/04/xmlenc#sha256"/>
        <DigestValue>oZKQagLQJOg8vBhIi4CRu/S0Db6iwaHjJyiDxOlN2/E=</DigestValue>
      </Reference>
      <Reference URI="/ppt/slideLayouts/slideLayout2.xml?ContentType=application/vnd.openxmlformats-officedocument.presentationml.slideLayout+xml">
        <DigestMethod Algorithm="http://www.w3.org/2001/04/xmlenc#sha256"/>
        <DigestValue>KXd5uiGSi4RFwA8tcR0D47rzg7qUi434alE7jOc8TI8=</DigestValue>
      </Reference>
      <Reference URI="/ppt/slideLayouts/slideLayout3.xml?ContentType=application/vnd.openxmlformats-officedocument.presentationml.slideLayout+xml">
        <DigestMethod Algorithm="http://www.w3.org/2001/04/xmlenc#sha256"/>
        <DigestValue>3Mg3nfXa4tRC0hOATn5btY/eyqwubf/a3bCrgNOgTuY=</DigestValue>
      </Reference>
      <Reference URI="/ppt/slideLayouts/slideLayout4.xml?ContentType=application/vnd.openxmlformats-officedocument.presentationml.slideLayout+xml">
        <DigestMethod Algorithm="http://www.w3.org/2001/04/xmlenc#sha256"/>
        <DigestValue>ctZwGiH37/pQ3LAnjpeKzZRJOo0m9aZRrzpQ1x9uEfA=</DigestValue>
      </Reference>
      <Reference URI="/ppt/slideLayouts/slideLayout5.xml?ContentType=application/vnd.openxmlformats-officedocument.presentationml.slideLayout+xml">
        <DigestMethod Algorithm="http://www.w3.org/2001/04/xmlenc#sha256"/>
        <DigestValue>zqCRM/uiGWNzLLnfe267PTYrd50NHqhFhP0Q+JiVrPI=</DigestValue>
      </Reference>
      <Reference URI="/ppt/slideLayouts/slideLayout6.xml?ContentType=application/vnd.openxmlformats-officedocument.presentationml.slideLayout+xml">
        <DigestMethod Algorithm="http://www.w3.org/2001/04/xmlenc#sha256"/>
        <DigestValue>2rHB8Ice8vbe4vWTjo4QqM5c3gi+c4S0++Hi/BNJ6fM=</DigestValue>
      </Reference>
      <Reference URI="/ppt/slideLayouts/slideLayout7.xml?ContentType=application/vnd.openxmlformats-officedocument.presentationml.slideLayout+xml">
        <DigestMethod Algorithm="http://www.w3.org/2001/04/xmlenc#sha256"/>
        <DigestValue>S46j//NroOHafPMiU3B5t5DfZwNIvoCeZRig3ZHPTLw=</DigestValue>
      </Reference>
      <Reference URI="/ppt/slideLayouts/slideLayout8.xml?ContentType=application/vnd.openxmlformats-officedocument.presentationml.slideLayout+xml">
        <DigestMethod Algorithm="http://www.w3.org/2001/04/xmlenc#sha256"/>
        <DigestValue>0UpBYGILBJkrZRpeTBDLnnDjJALipKiUrqrnYydtgOg=</DigestValue>
      </Reference>
      <Reference URI="/ppt/slideLayouts/slideLayout9.xml?ContentType=application/vnd.openxmlformats-officedocument.presentationml.slideLayout+xml">
        <DigestMethod Algorithm="http://www.w3.org/2001/04/xmlenc#sha256"/>
        <DigestValue>RU5OtzAtbCVmi4WBoZAhQUCTFksyIUbJBd73zRlkCR0=</DigestValue>
      </Reference>
      <Reference URI="/ppt/slideMasters/_rels/slideMaster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9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tSNfd+My+BfmzQxLC9EAQHv1RK/2+tNcci+9hfcJUEE=</DigestValue>
      </Reference>
      <Reference URI="/ppt/slideMasters/slideMaster1.xml?ContentType=application/vnd.openxmlformats-officedocument.presentationml.slideMaster+xml">
        <DigestMethod Algorithm="http://www.w3.org/2001/04/xmlenc#sha256"/>
        <DigestValue>X9zvDrE4seEqJsy/h6FRgcU/lFxac8Hor5R228evjyk=</DigestValue>
      </Reference>
      <Reference URI="/ppt/slides/_rels/slide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6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5"/>
            <mdssi:RelationshipReference xmlns:mdssi="http://schemas.openxmlformats.org/package/2006/digital-signature" SourceId="rId10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8"/>
            <mdssi:RelationshipReference xmlns:mdssi="http://schemas.openxmlformats.org/package/2006/digital-signature" SourceId="rId13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</Transform>
          <Transform Algorithm="http://www.w3.org/TR/2001/REC-xml-c14n-20010315"/>
        </Transforms>
        <DigestMethod Algorithm="http://www.w3.org/2001/04/xmlenc#sha256"/>
        <DigestValue>ojuGSDbunCrYiK+/1oHbBDMoRqZkhz7f6yRrl8lxieg=</DigestValue>
      </Reference>
      <Reference URI="/ppt/slides/_rels/slide1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XkCXloE3gUKLlWtgJwi8mPdPNyRJwhFYljux7eXPXzY=</DigestValue>
      </Reference>
      <Reference URI="/ppt/slides/_rels/slide1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VD3gPfIleSqNnuox6jIiRrdXc2bmO5dZolqhxxs6Yio=</DigestValue>
      </Reference>
      <Reference URI="/ppt/slides/_rels/slide1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4Ic8o5HoZKuscl8Woq+eLZWtaJQ9it4TFgkI/FsMTZo=</DigestValue>
      </Reference>
      <Reference URI="/ppt/slides/_rels/slide1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Xm0VwsjE98L0+0McIucAQieINGtoFonTRFQOi1WAf0A=</DigestValue>
      </Reference>
      <Reference URI="/ppt/slides/_rels/slide1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0kj9KboC/s0o0NhM+0wof32YVd+y8FSkEPCwCrl4K1Q=</DigestValue>
      </Reference>
      <Reference URI="/ppt/slides/_rels/slide1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Dp9whKoAEVqlltbayjpGrQwqq/DuZQs6b52ZOEFsGf8=</DigestValue>
      </Reference>
      <Reference URI="/ppt/slides/_rels/slide1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oVcn3y82Eb4K7er074+V0Bl0oAlJMMb10UKFuo4AKhA=</DigestValue>
      </Reference>
      <Reference URI="/ppt/slides/_rels/slide1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SbCY/h5zeA8QYyssoZmRWdXfDkXyhFFqvat1CdxdZxA=</DigestValue>
      </Reference>
      <Reference URI="/ppt/slides/_rels/slide1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1/04/xmlenc#sha256"/>
        <DigestValue>RrkhGTwisobdREl/ndUfbVN7w4PMmDq87vJh2ezOWfI=</DigestValue>
      </Reference>
      <Reference URI="/ppt/slides/_rels/slide1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Dp9whKoAEVqlltbayjpGrQwqq/DuZQs6b52ZOEFsGf8=</DigestValue>
      </Reference>
      <Reference URI="/ppt/slides/_rels/slide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EHgbhL4zk6UBMPaLOO24/OnEc+6UNbrdhUbagG0tQ0I=</DigestValue>
      </Reference>
      <Reference URI="/ppt/slides/_rels/slide2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UyYgjrZV+rP8Z5YSr4H/fzg4Xb+ozsNyP371N5t+qn8=</DigestValue>
      </Reference>
      <Reference URI="/ppt/slides/_rels/slide2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sjL73iRm0U9h/e2A6yH+mQX84UCOOklbHCR7hf9YWvc=</DigestValue>
      </Reference>
      <Reference URI="/ppt/slides/_rels/slide2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6RjTLQq+aWjVH9PHBCWiRWGSPZQ8IvsE/Shns2MYYrM=</DigestValue>
      </Reference>
      <Reference URI="/ppt/slides/_rels/slide2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x8ZHzvfHgIWaoSfYwnXzamBvp/eC2avlkGnKYeHBjaQ=</DigestValue>
      </Reference>
      <Reference URI="/ppt/slides/_rels/slide2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XqOwRivzt4KSxUmr+M7PhUp6JgQU17n80Z898EqBFh4=</DigestValue>
      </Reference>
      <Reference URI="/ppt/slides/_rels/slide2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P5jN5gld5j3xDJgnVYTZLekJKtQhhe3inv77pwx15yk=</DigestValue>
      </Reference>
      <Reference URI="/ppt/slides/_rels/slide2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g/5P9dzfWB9Rr8vkZ6LaJTqimJjjWf44OoqDmcNeRu8=</DigestValue>
      </Reference>
      <Reference URI="/ppt/slides/_rels/slide2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ax30VWEhCJwHdofryumelpuCDWYzuuXE0DGdvkJu0RM=</DigestValue>
      </Reference>
      <Reference URI="/ppt/slides/_rels/slide2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zOpRxtwV55k/rpYPcTSSIh0mwFc6ng0ZSNdKu0lzjqY=</DigestValue>
      </Reference>
      <Reference URI="/ppt/slides/_rels/slide2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Nusz5QWenZlg7r9rSpH3+jMEh/7BerIpNKy9bFUQHVk=</DigestValue>
      </Reference>
      <Reference URI="/ppt/slides/_rels/slide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0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11"/>
            <mdssi:RelationshipReference xmlns:mdssi="http://schemas.openxmlformats.org/package/2006/digital-signature" SourceId="rId5"/>
            <mdssi:RelationshipReference xmlns:mdssi="http://schemas.openxmlformats.org/package/2006/digital-signature" SourceId="rId15"/>
            <mdssi:RelationshipReference xmlns:mdssi="http://schemas.openxmlformats.org/package/2006/digital-signature" SourceId="rId23"/>
            <mdssi:RelationshipReference xmlns:mdssi="http://schemas.openxmlformats.org/package/2006/digital-signature" SourceId="rId10"/>
            <mdssi:RelationshipReference xmlns:mdssi="http://schemas.openxmlformats.org/package/2006/digital-signature" SourceId="rId19"/>
            <mdssi:RelationshipReference xmlns:mdssi="http://schemas.openxmlformats.org/package/2006/digital-signature" SourceId="rId4"/>
            <mdssi:RelationshipReference xmlns:mdssi="http://schemas.openxmlformats.org/package/2006/digital-signature" SourceId="rId9"/>
            <mdssi:RelationshipReference xmlns:mdssi="http://schemas.openxmlformats.org/package/2006/digital-signature" SourceId="rId14"/>
            <mdssi:RelationshipReference xmlns:mdssi="http://schemas.openxmlformats.org/package/2006/digital-signature" SourceId="rId22"/>
            <mdssi:RelationshipReference xmlns:mdssi="http://schemas.openxmlformats.org/package/2006/digital-signature" SourceId="rId8"/>
            <mdssi:RelationshipReference xmlns:mdssi="http://schemas.openxmlformats.org/package/2006/digital-signature" SourceId="rId13"/>
            <mdssi:RelationshipReference xmlns:mdssi="http://schemas.openxmlformats.org/package/2006/digital-signature" SourceId="rId18"/>
            <mdssi:RelationshipReference xmlns:mdssi="http://schemas.openxmlformats.org/package/2006/digital-signature" SourceId="rId3"/>
            <mdssi:RelationshipReference xmlns:mdssi="http://schemas.openxmlformats.org/package/2006/digital-signature" SourceId="rId21"/>
            <mdssi:RelationshipReference xmlns:mdssi="http://schemas.openxmlformats.org/package/2006/digital-signature" SourceId="rId7"/>
            <mdssi:RelationshipReference xmlns:mdssi="http://schemas.openxmlformats.org/package/2006/digital-signature" SourceId="rId12"/>
            <mdssi:RelationshipReference xmlns:mdssi="http://schemas.openxmlformats.org/package/2006/digital-signature" SourceId="rId17"/>
            <mdssi:RelationshipReference xmlns:mdssi="http://schemas.openxmlformats.org/package/2006/digital-signature" SourceId="rId2"/>
            <mdssi:RelationshipReference xmlns:mdssi="http://schemas.openxmlformats.org/package/2006/digital-signature" SourceId="rId16"/>
          </Transform>
          <Transform Algorithm="http://www.w3.org/TR/2001/REC-xml-c14n-20010315"/>
        </Transforms>
        <DigestMethod Algorithm="http://www.w3.org/2001/04/xmlenc#sha256"/>
        <DigestValue>dx5uCTwoSq7ial9ewzSN3lGnLBE7WyY1HfNhYfvQgFg=</DigestValue>
      </Reference>
      <Reference URI="/ppt/slides/_rels/slide3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09oUkHwb3K4RaEBlSMNA7PECZGNnfoqn8/iejpkFaow=</DigestValue>
      </Reference>
      <Reference URI="/ppt/slides/_rels/slide3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AmUoCIgkn1p4Cp5Bw9IeMgX61pUyiIGbvfZp+eoY1/8=</DigestValue>
      </Reference>
      <Reference URI="/ppt/slides/_rels/slide3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</Transform>
          <Transform Algorithm="http://www.w3.org/TR/2001/REC-xml-c14n-20010315"/>
        </Transforms>
        <DigestMethod Algorithm="http://www.w3.org/2001/04/xmlenc#sha256"/>
        <DigestValue>cMHdykJc366J5wPdKWCP1R4r/IKA3x7dpLnBouMVBCk=</DigestValue>
      </Reference>
      <Reference URI="/ppt/slides/_rels/slide3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</Transform>
          <Transform Algorithm="http://www.w3.org/TR/2001/REC-xml-c14n-20010315"/>
        </Transforms>
        <DigestMethod Algorithm="http://www.w3.org/2001/04/xmlenc#sha256"/>
        <DigestValue>PQj9z+L6K9zJk/54EUoM7qp19/VW8IwoTyDOa69BgWE=</DigestValue>
      </Reference>
      <Reference URI="/ppt/slides/_rels/slide3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e9Jg8TcnhMnDQh3IHfT4nnogdDP5rMv++50GfDCMr4s=</DigestValue>
      </Reference>
      <Reference URI="/ppt/slides/_rels/slide3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jnqur5/1CSUAp0bDAC/CRTeQY7yoyt4yw0ayY6fRKa0=</DigestValue>
      </Reference>
      <Reference URI="/ppt/slides/_rels/slide3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HeQvypie39HGzoIg9LZHFs6Z1JwNrZt9fnAjB36pyM4=</DigestValue>
      </Reference>
      <Reference URI="/ppt/slides/_rels/slide3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DfNOE+TCedH9ILokyPsusZBnuvyfihhzCNlt/h6Otdo=</DigestValue>
      </Reference>
      <Reference URI="/ppt/slides/_rels/slide3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5SPJ4h1LHsLD16Gn3p+VwbR80ZOU/Ldvufh/15TarzE=</DigestValue>
      </Reference>
      <Reference URI="/ppt/slides/_rels/slide3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8"/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bIhYJoO1dFTPCoR8pji94Olz3K1Yd8/Jm/bPDN9jBYc=</DigestValue>
      </Reference>
      <Reference URI="/ppt/slides/_rels/slide4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yn8OCWEYk1Ym6jtZOg6aolEAC/RBRzX/4ZHOIZunXXE=</DigestValue>
      </Reference>
      <Reference URI="/ppt/slides/_rels/slide40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I0eXu9RmxPB7P2DpgLHviazoU/VOg+YtgOH6tDkHzQk=</DigestValue>
      </Reference>
      <Reference URI="/ppt/slides/_rels/slide41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TIClZGkC1NFASl79ngixouywyJqlru6isMAjSnRQnT0=</DigestValue>
      </Reference>
      <Reference URI="/ppt/slides/_rels/slide42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UA9NQnl1N4zQAJFiHPfLrpqBJ2aJ4Gq8WVEYyu67a8Y=</DigestValue>
      </Reference>
      <Reference URI="/ppt/slides/_rels/slide43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</Transform>
          <Transform Algorithm="http://www.w3.org/TR/2001/REC-xml-c14n-20010315"/>
        </Transforms>
        <DigestMethod Algorithm="http://www.w3.org/2001/04/xmlenc#sha256"/>
        <DigestValue>SioaeYItFoO2hP8oNvn3CBVXr3MaP3zQhelz8YeqOwY=</DigestValue>
      </Reference>
      <Reference URI="/ppt/slides/_rels/slide5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7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LhB+rvmxjR7AaK/NKQMBG/s8V4YvwA+0GeJyzBGipxk=</DigestValue>
      </Reference>
      <Reference URI="/ppt/slides/_rels/slide6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9QT+duJE6c1bA3QCNJta7l/3mSNDI+GNTApLqL6dVFY=</DigestValue>
      </Reference>
      <Reference URI="/ppt/slides/_rels/slide7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6"/>
            <mdssi:RelationshipReference xmlns:mdssi="http://schemas.openxmlformats.org/package/2006/digital-signature" SourceId="rId5"/>
            <mdssi:RelationshipReference xmlns:mdssi="http://schemas.openxmlformats.org/package/2006/digital-signature" SourceId="rId4"/>
            <mdssi:RelationshipReference xmlns:mdssi="http://schemas.openxmlformats.org/package/2006/digital-signature" SourceId="rId3"/>
          </Transform>
          <Transform Algorithm="http://www.w3.org/TR/2001/REC-xml-c14n-20010315"/>
        </Transforms>
        <DigestMethod Algorithm="http://www.w3.org/2001/04/xmlenc#sha256"/>
        <DigestValue>zbEPQQUZOkL5D0LAwvJDNpsmHk/J+3wtmdtU31bsTIc=</DigestValue>
      </Reference>
      <Reference URI="/ppt/slides/_rels/slide8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3"/>
            <mdssi:RelationshipReference xmlns:mdssi="http://schemas.openxmlformats.org/package/2006/digital-signature" SourceId="rId2"/>
            <mdssi:RelationshipReference xmlns:mdssi="http://schemas.openxmlformats.org/package/2006/digital-signature" SourceId="rId1"/>
            <mdssi:RelationshipReference xmlns:mdssi="http://schemas.openxmlformats.org/package/2006/digital-signature" SourceId="rId4"/>
          </Transform>
          <Transform Algorithm="http://www.w3.org/TR/2001/REC-xml-c14n-20010315"/>
        </Transforms>
        <DigestMethod Algorithm="http://www.w3.org/2001/04/xmlenc#sha256"/>
        <DigestValue>XkCXloE3gUKLlWtgJwi8mPdPNyRJwhFYljux7eXPXzY=</DigestValue>
      </Reference>
      <Reference URI="/ppt/slides/_rels/slide9.xml.rels?ContentType=application/vnd.openxmlformats-package.relationships+xml">
        <Transforms>
          <Transform Algorithm="http://schemas.openxmlformats.org/package/2006/RelationshipTransform">
            <mdssi:RelationshipReference xmlns:mdssi="http://schemas.openxmlformats.org/package/2006/digital-signature" SourceId="rId1"/>
            <mdssi:RelationshipReference xmlns:mdssi="http://schemas.openxmlformats.org/package/2006/digital-signature" SourceId="rId2"/>
          </Transform>
          <Transform Algorithm="http://www.w3.org/TR/2001/REC-xml-c14n-20010315"/>
        </Transforms>
        <DigestMethod Algorithm="http://www.w3.org/2001/04/xmlenc#sha256"/>
        <DigestValue>PVM0EHsmqLMwFPPfkF30XIY8dWk6uNpJOibPfTzNMNI=</DigestValue>
      </Reference>
      <Reference URI="/ppt/slides/slide1.xml?ContentType=application/vnd.openxmlformats-officedocument.presentationml.slide+xml">
        <DigestMethod Algorithm="http://www.w3.org/2001/04/xmlenc#sha256"/>
        <DigestValue>LcXPWwn/dQtkVDJTpJW8StEm+HshG4gUJsgJWZ5Qxg0=</DigestValue>
      </Reference>
      <Reference URI="/ppt/slides/slide10.xml?ContentType=application/vnd.openxmlformats-officedocument.presentationml.slide+xml">
        <DigestMethod Algorithm="http://www.w3.org/2001/04/xmlenc#sha256"/>
        <DigestValue>ULojZx0bDHd1kdUrn+0N8QV0wBsvRQKhsMSIOHt6qMM=</DigestValue>
      </Reference>
      <Reference URI="/ppt/slides/slide11.xml?ContentType=application/vnd.openxmlformats-officedocument.presentationml.slide+xml">
        <DigestMethod Algorithm="http://www.w3.org/2001/04/xmlenc#sha256"/>
        <DigestValue>oMqrF7wVdcbEitm+A7CUV8cR4APEUkUxCoYygkwbTA4=</DigestValue>
      </Reference>
      <Reference URI="/ppt/slides/slide12.xml?ContentType=application/vnd.openxmlformats-officedocument.presentationml.slide+xml">
        <DigestMethod Algorithm="http://www.w3.org/2001/04/xmlenc#sha256"/>
        <DigestValue>kLD1oPaGxnrrtCnjlD03JOSUa5TvA+xbkluoW7NfjIo=</DigestValue>
      </Reference>
      <Reference URI="/ppt/slides/slide13.xml?ContentType=application/vnd.openxmlformats-officedocument.presentationml.slide+xml">
        <DigestMethod Algorithm="http://www.w3.org/2001/04/xmlenc#sha256"/>
        <DigestValue>AbgJ8kEGu4kxpV/Aur4T6+7UHA9AurGwKMV8erxOfXw=</DigestValue>
      </Reference>
      <Reference URI="/ppt/slides/slide14.xml?ContentType=application/vnd.openxmlformats-officedocument.presentationml.slide+xml">
        <DigestMethod Algorithm="http://www.w3.org/2001/04/xmlenc#sha256"/>
        <DigestValue>bvQyv5iyEChdxaYkdmq5mWqIH8uicRd0/38DqJPIcxo=</DigestValue>
      </Reference>
      <Reference URI="/ppt/slides/slide15.xml?ContentType=application/vnd.openxmlformats-officedocument.presentationml.slide+xml">
        <DigestMethod Algorithm="http://www.w3.org/2001/04/xmlenc#sha256"/>
        <DigestValue>+pYDMIsCI2DztycL17jM6EJBnBQnq6hRxcdzAynFgC4=</DigestValue>
      </Reference>
      <Reference URI="/ppt/slides/slide16.xml?ContentType=application/vnd.openxmlformats-officedocument.presentationml.slide+xml">
        <DigestMethod Algorithm="http://www.w3.org/2001/04/xmlenc#sha256"/>
        <DigestValue>jx2JMaJOxU3cxpyrrXFLM9KhPBGgORI3/i/nVqjz0rA=</DigestValue>
      </Reference>
      <Reference URI="/ppt/slides/slide17.xml?ContentType=application/vnd.openxmlformats-officedocument.presentationml.slide+xml">
        <DigestMethod Algorithm="http://www.w3.org/2001/04/xmlenc#sha256"/>
        <DigestValue>EjDgp0LpnVuU5Q5IP8dCENOBQJOmndYmaMcvdqgKmHk=</DigestValue>
      </Reference>
      <Reference URI="/ppt/slides/slide18.xml?ContentType=application/vnd.openxmlformats-officedocument.presentationml.slide+xml">
        <DigestMethod Algorithm="http://www.w3.org/2001/04/xmlenc#sha256"/>
        <DigestValue>q2sn466jNSu/0K5kZuSHp2c5GM3yQySq/ANdGSmhUIw=</DigestValue>
      </Reference>
      <Reference URI="/ppt/slides/slide19.xml?ContentType=application/vnd.openxmlformats-officedocument.presentationml.slide+xml">
        <DigestMethod Algorithm="http://www.w3.org/2001/04/xmlenc#sha256"/>
        <DigestValue>YRRmrk0lKmlynnlpHfM4DLSqbumICHviCxyrPrTUkrU=</DigestValue>
      </Reference>
      <Reference URI="/ppt/slides/slide2.xml?ContentType=application/vnd.openxmlformats-officedocument.presentationml.slide+xml">
        <DigestMethod Algorithm="http://www.w3.org/2001/04/xmlenc#sha256"/>
        <DigestValue>Y/NlEcxnKYF271Lw35IZCBvf4Qji5GGIso/8rXrEkxs=</DigestValue>
      </Reference>
      <Reference URI="/ppt/slides/slide20.xml?ContentType=application/vnd.openxmlformats-officedocument.presentationml.slide+xml">
        <DigestMethod Algorithm="http://www.w3.org/2001/04/xmlenc#sha256"/>
        <DigestValue>UoztlV2s7CgF5Km7+U6XJaEGQC4naypyi+FssV4eesM=</DigestValue>
      </Reference>
      <Reference URI="/ppt/slides/slide21.xml?ContentType=application/vnd.openxmlformats-officedocument.presentationml.slide+xml">
        <DigestMethod Algorithm="http://www.w3.org/2001/04/xmlenc#sha256"/>
        <DigestValue>NGEenLQJP8JITuFAVitLycFFtb21EQkf3W/BhGJf5P4=</DigestValue>
      </Reference>
      <Reference URI="/ppt/slides/slide22.xml?ContentType=application/vnd.openxmlformats-officedocument.presentationml.slide+xml">
        <DigestMethod Algorithm="http://www.w3.org/2001/04/xmlenc#sha256"/>
        <DigestValue>ih1uVSfteNK8kptepdGg2kqxz23vIhAmUtjXayQGB/o=</DigestValue>
      </Reference>
      <Reference URI="/ppt/slides/slide23.xml?ContentType=application/vnd.openxmlformats-officedocument.presentationml.slide+xml">
        <DigestMethod Algorithm="http://www.w3.org/2001/04/xmlenc#sha256"/>
        <DigestValue>YQSGrBGrkE86UjcfFomb+lvawcsCjossJWwZT2gyiDc=</DigestValue>
      </Reference>
      <Reference URI="/ppt/slides/slide24.xml?ContentType=application/vnd.openxmlformats-officedocument.presentationml.slide+xml">
        <DigestMethod Algorithm="http://www.w3.org/2001/04/xmlenc#sha256"/>
        <DigestValue>l6CJa6biypvMQ00RvGLJK/pjbnM2b/2F9EztltVILk0=</DigestValue>
      </Reference>
      <Reference URI="/ppt/slides/slide25.xml?ContentType=application/vnd.openxmlformats-officedocument.presentationml.slide+xml">
        <DigestMethod Algorithm="http://www.w3.org/2001/04/xmlenc#sha256"/>
        <DigestValue>MYPI7FtNRcnZ0pgk/+LnxFWYA19T16urFwjMIthJXYg=</DigestValue>
      </Reference>
      <Reference URI="/ppt/slides/slide26.xml?ContentType=application/vnd.openxmlformats-officedocument.presentationml.slide+xml">
        <DigestMethod Algorithm="http://www.w3.org/2001/04/xmlenc#sha256"/>
        <DigestValue>k742LMmdzg658u28WEr+C1sJZMC+4Y/q+0EnlgBTyzM=</DigestValue>
      </Reference>
      <Reference URI="/ppt/slides/slide27.xml?ContentType=application/vnd.openxmlformats-officedocument.presentationml.slide+xml">
        <DigestMethod Algorithm="http://www.w3.org/2001/04/xmlenc#sha256"/>
        <DigestValue>7iwbkPI9g4p37Eew2zLuZMl/HJHmEB6TV13+VKrjbZE=</DigestValue>
      </Reference>
      <Reference URI="/ppt/slides/slide28.xml?ContentType=application/vnd.openxmlformats-officedocument.presentationml.slide+xml">
        <DigestMethod Algorithm="http://www.w3.org/2001/04/xmlenc#sha256"/>
        <DigestValue>70tXQAiQBawd/p2gD/vhhGNW1EWuwMAVYkF2sxCcHlA=</DigestValue>
      </Reference>
      <Reference URI="/ppt/slides/slide29.xml?ContentType=application/vnd.openxmlformats-officedocument.presentationml.slide+xml">
        <DigestMethod Algorithm="http://www.w3.org/2001/04/xmlenc#sha256"/>
        <DigestValue>TSOoCtEb6dhCo2+6TDQ4QPnflxszcA+MSYxVmbiyvnc=</DigestValue>
      </Reference>
      <Reference URI="/ppt/slides/slide3.xml?ContentType=application/vnd.openxmlformats-officedocument.presentationml.slide+xml">
        <DigestMethod Algorithm="http://www.w3.org/2001/04/xmlenc#sha256"/>
        <DigestValue>krozOXVYYOASFm/iNjX8BWVketRhtMMCSm/cLMAdTTU=</DigestValue>
      </Reference>
      <Reference URI="/ppt/slides/slide30.xml?ContentType=application/vnd.openxmlformats-officedocument.presentationml.slide+xml">
        <DigestMethod Algorithm="http://www.w3.org/2001/04/xmlenc#sha256"/>
        <DigestValue>5mr5CMyNo000WXcyaEBUEaztJYudH2VMOYiNZeQEw10=</DigestValue>
      </Reference>
      <Reference URI="/ppt/slides/slide31.xml?ContentType=application/vnd.openxmlformats-officedocument.presentationml.slide+xml">
        <DigestMethod Algorithm="http://www.w3.org/2001/04/xmlenc#sha256"/>
        <DigestValue>jYU4dIIxmrIZIZnRsTrc2ASXDMAI+Z3ZP/3Tr6GqPP8=</DigestValue>
      </Reference>
      <Reference URI="/ppt/slides/slide32.xml?ContentType=application/vnd.openxmlformats-officedocument.presentationml.slide+xml">
        <DigestMethod Algorithm="http://www.w3.org/2001/04/xmlenc#sha256"/>
        <DigestValue>7Qy/i/SazdpmUMn8QriaIODf9vFG8AHHJ77/OWadeKc=</DigestValue>
      </Reference>
      <Reference URI="/ppt/slides/slide33.xml?ContentType=application/vnd.openxmlformats-officedocument.presentationml.slide+xml">
        <DigestMethod Algorithm="http://www.w3.org/2001/04/xmlenc#sha256"/>
        <DigestValue>iOZIRwNz0AVhSkcGMo+Rw42jk1rCrsCWhoPbME7cDyM=</DigestValue>
      </Reference>
      <Reference URI="/ppt/slides/slide34.xml?ContentType=application/vnd.openxmlformats-officedocument.presentationml.slide+xml">
        <DigestMethod Algorithm="http://www.w3.org/2001/04/xmlenc#sha256"/>
        <DigestValue>FgHFThT8p82Ja136wdUDiFDBtljJKaOUZxrqVW4DhRU=</DigestValue>
      </Reference>
      <Reference URI="/ppt/slides/slide35.xml?ContentType=application/vnd.openxmlformats-officedocument.presentationml.slide+xml">
        <DigestMethod Algorithm="http://www.w3.org/2001/04/xmlenc#sha256"/>
        <DigestValue>w4WHu0RGe9cdas9e9d7LKLBTvepPelBQYX3lDf+72fE=</DigestValue>
      </Reference>
      <Reference URI="/ppt/slides/slide36.xml?ContentType=application/vnd.openxmlformats-officedocument.presentationml.slide+xml">
        <DigestMethod Algorithm="http://www.w3.org/2001/04/xmlenc#sha256"/>
        <DigestValue>gV3WYmTIKAbym/hkijIFn0CCxwGoTFyQFQb5UWcQmcI=</DigestValue>
      </Reference>
      <Reference URI="/ppt/slides/slide37.xml?ContentType=application/vnd.openxmlformats-officedocument.presentationml.slide+xml">
        <DigestMethod Algorithm="http://www.w3.org/2001/04/xmlenc#sha256"/>
        <DigestValue>qKmNDINPihBJuDx4ZxJG4qFUd1ZApELlgnK8cRjMzUk=</DigestValue>
      </Reference>
      <Reference URI="/ppt/slides/slide38.xml?ContentType=application/vnd.openxmlformats-officedocument.presentationml.slide+xml">
        <DigestMethod Algorithm="http://www.w3.org/2001/04/xmlenc#sha256"/>
        <DigestValue>5EujL7nSkYKON1UtyPumHphzYcJ4L0J1qXTWKll1yBk=</DigestValue>
      </Reference>
      <Reference URI="/ppt/slides/slide39.xml?ContentType=application/vnd.openxmlformats-officedocument.presentationml.slide+xml">
        <DigestMethod Algorithm="http://www.w3.org/2001/04/xmlenc#sha256"/>
        <DigestValue>WYmsfPzwqg/byZz0QdfjkWaqfmlDyjVX/d6k7hf1snk=</DigestValue>
      </Reference>
      <Reference URI="/ppt/slides/slide4.xml?ContentType=application/vnd.openxmlformats-officedocument.presentationml.slide+xml">
        <DigestMethod Algorithm="http://www.w3.org/2001/04/xmlenc#sha256"/>
        <DigestValue>4YT0Z1mPiFlxjq9fFOBUhvo7nF9cqpNvkKeWe0jbxEI=</DigestValue>
      </Reference>
      <Reference URI="/ppt/slides/slide40.xml?ContentType=application/vnd.openxmlformats-officedocument.presentationml.slide+xml">
        <DigestMethod Algorithm="http://www.w3.org/2001/04/xmlenc#sha256"/>
        <DigestValue>es0i5pCBwKaWvg9b3Kj2vkI5f/I+kc5mebpKMw9dsBg=</DigestValue>
      </Reference>
      <Reference URI="/ppt/slides/slide41.xml?ContentType=application/vnd.openxmlformats-officedocument.presentationml.slide+xml">
        <DigestMethod Algorithm="http://www.w3.org/2001/04/xmlenc#sha256"/>
        <DigestValue>fd8kYkd0sKmyZCbUjJL7Jfd5yJsq7QStTdbv0hSxhCc=</DigestValue>
      </Reference>
      <Reference URI="/ppt/slides/slide42.xml?ContentType=application/vnd.openxmlformats-officedocument.presentationml.slide+xml">
        <DigestMethod Algorithm="http://www.w3.org/2001/04/xmlenc#sha256"/>
        <DigestValue>f1oFkNR8S/Yatpxhk22l4sgLOBC1W9qjOxcJ8CEV11g=</DigestValue>
      </Reference>
      <Reference URI="/ppt/slides/slide43.xml?ContentType=application/vnd.openxmlformats-officedocument.presentationml.slide+xml">
        <DigestMethod Algorithm="http://www.w3.org/2001/04/xmlenc#sha256"/>
        <DigestValue>xSXeRLYAIGrXJAmnYRbqN6h9kiHaHCQQ5LTNUSI+468=</DigestValue>
      </Reference>
      <Reference URI="/ppt/slides/slide5.xml?ContentType=application/vnd.openxmlformats-officedocument.presentationml.slide+xml">
        <DigestMethod Algorithm="http://www.w3.org/2001/04/xmlenc#sha256"/>
        <DigestValue>wabjOBVgC938b+IRDv84LEdb6I35InD1vO2cRALcVsY=</DigestValue>
      </Reference>
      <Reference URI="/ppt/slides/slide6.xml?ContentType=application/vnd.openxmlformats-officedocument.presentationml.slide+xml">
        <DigestMethod Algorithm="http://www.w3.org/2001/04/xmlenc#sha256"/>
        <DigestValue>QjWjceGcqlBuCowpE+l1k9uUP0a6z/BuIoBwxNqL3tI=</DigestValue>
      </Reference>
      <Reference URI="/ppt/slides/slide7.xml?ContentType=application/vnd.openxmlformats-officedocument.presentationml.slide+xml">
        <DigestMethod Algorithm="http://www.w3.org/2001/04/xmlenc#sha256"/>
        <DigestValue>uCudgyi4SetMFpzk+Kaa1fLJD/RQXvIefGwAanhFK3c=</DigestValue>
      </Reference>
      <Reference URI="/ppt/slides/slide8.xml?ContentType=application/vnd.openxmlformats-officedocument.presentationml.slide+xml">
        <DigestMethod Algorithm="http://www.w3.org/2001/04/xmlenc#sha256"/>
        <DigestValue>4RufKLOmZHYKLAans27gKRsqphPCrOu9eOWqbUvx05c=</DigestValue>
      </Reference>
      <Reference URI="/ppt/slides/slide9.xml?ContentType=application/vnd.openxmlformats-officedocument.presentationml.slide+xml">
        <DigestMethod Algorithm="http://www.w3.org/2001/04/xmlenc#sha256"/>
        <DigestValue>8wl1FMO3N6VF97FGKJOxgDkQAHsQ0vVt6SeGa+P40W0=</DigestValue>
      </Reference>
      <Reference URI="/ppt/tableStyles.xml?ContentType=application/vnd.openxmlformats-officedocument.presentationml.tableStyles+xml">
        <DigestMethod Algorithm="http://www.w3.org/2001/04/xmlenc#sha256"/>
        <DigestValue>S6OsUBEiMevOksBHMtcVTXya8ZfKZBdNCqEya9CgAdc=</DigestValue>
      </Reference>
      <Reference URI="/ppt/theme/theme1.xml?ContentType=application/vnd.openxmlformats-officedocument.theme+xml">
        <DigestMethod Algorithm="http://www.w3.org/2001/04/xmlenc#sha256"/>
        <DigestValue>YX9Ay3f0aryBwGT++rZA+EYg68nibE6UqyxPjUGVKGI=</DigestValue>
      </Reference>
      <Reference URI="/ppt/theme/theme2.xml?ContentType=application/vnd.openxmlformats-officedocument.theme+xml">
        <DigestMethod Algorithm="http://www.w3.org/2001/04/xmlenc#sha256"/>
        <DigestValue>CnJnYwn+u7gZqpw3+7qi+zdk8OBy4b6x4g+NOr5FQ8o=</DigestValue>
      </Reference>
      <Reference URI="/ppt/viewProps.xml?ContentType=application/vnd.openxmlformats-officedocument.presentationml.viewProps+xml">
        <DigestMethod Algorithm="http://www.w3.org/2001/04/xmlenc#sha256"/>
        <DigestValue>8TUcA8klpqyh4+8dbJcCRiZikFW3xBgoJYTD1wDNUc0=</DigestValue>
      </Reference>
    </Manifest>
    <SignatureProperties>
      <SignatureProperty Id="idSignatureTime" Target="#idPackageSignature">
        <mdssi:SignatureTime xmlns:mdssi="http://schemas.openxmlformats.org/package/2006/digital-signature">
          <mdssi:Format>YYYY-MM-DDThh:mm:ssTZD</mdssi:Format>
          <mdssi:Value>2026-10-16T20:37:08Z</mdssi:Value>
        </mdssi:SignatureTime>
      </SignatureProperty>
    </SignatureProperties>
  </Object>
  <Object Id="idOfficeObject">
    <SignatureProperties>
      <SignatureProperty Id="idOfficeV1Details" Target="#idPackageSignature">
        <SignatureInfoV1 xmlns="http://schemas.microsoft.com/office/2006/digsig">
          <SetupID/>
          <SignatureText/>
          <SignatureImage/>
          <SignatureComments>하이테크 B조/서정훈</SignatureComments>
          <WindowsVersion>10.0</WindowsVersion>
          <OfficeVersion>16.0.10417/14</OfficeVersion>
          <ApplicationVersion>16.0.10417</ApplicationVersion>
          <Monitors>3</Monitors>
          <HorizontalResolution>2560</HorizontalResolution>
          <VerticalResolution>1440</VerticalResolution>
          <ColorDepth>32</ColorDepth>
          <SignatureProviderId>{00000000-0000-0000-0000-000000000000}</SignatureProviderId>
          <SignatureProviderUrl/>
          <SignatureProviderDetails>9</SignatureProviderDetails>
          <SignatureType>1</SignatureType>
        </SignatureInfoV1>
        <SignatureInfoV2 xmlns="http://schemas.microsoft.com/office/2006/digsig">
          <Address1>무네미로 478</Address1>
          <Address2>2기술관 전기공학과</Address2>
        </SignatureInfoV2>
      </SignatureProperty>
    </SignatureProperties>
  </Object>
  <Object>
    <xd:QualifyingProperties xmlns:xd="http://uri.etsi.org/01903/v1.3.2#" Target="#idPackageSignature">
      <xd:SignedProperties Id="idSignedProperties">
        <xd:SignedSignatureProperties>
          <xd:SigningTime>2026-10-16T20:37:08Z</xd:SigningTime>
          <xd:SigningCertificate>
            <xd:Cert>
              <xd:CertDigest>
                <DigestMethod Algorithm="http://www.w3.org/2001/04/xmlenc#sha256"/>
                <DigestValue>wjSMBZ5V+RESSByu7CfOsgxFG22FbTG+1DYqdP2soqQ=</DigestValue>
              </xd:CertDigest>
              <xd:IssuerSerial>
                <X509IssuerName>CN=MyPowerPointSigner</X509IssuerName>
                <X509SerialNumber>121796170039979324526016378802461346598</X509SerialNumber>
              </xd:IssuerSerial>
            </xd:Cert>
          </xd:SigningCertificate>
          <xd:SignaturePolicyIdentifier>
            <xd:SignaturePolicyImplied/>
          </xd:SignaturePolicyIdentifier>
          <xd:SignatureProductionPlace>
            <xd:City>부평구</xd:City>
            <xd:StateOrProvince>인천광역시</xd:StateOrProvince>
            <xd:PostalCode>21417</xd:PostalCode>
            <xd:CountryName>대한민국</xd:CountryName>
          </xd:SignatureProductionPlace>
          <xd:SignerRole>
            <xd:ClaimedRoles>
              <xd:ClaimedRole>팀원/서정훈</xd:ClaimedRole>
            </xd:ClaimedRoles>
          </xd:SignerRole>
        </xd:SignedSignatureProperties>
        <xd:SignedDataObjectProperties>
          <xd:CommitmentTypeIndication>
            <xd:CommitmentTypeId>
              <xd:Identifier>http://uri.etsi.org/01903/v1.2.2#ProofOfOrigin</xd:Identifier>
              <xd:Description>이 문서를 만들고 승인했습니다.</xd:Description>
            </xd:CommitmentTypeId>
            <xd:AllSignedDataObjects/>
            <xd:CommitmentTypeQualifiers>
              <xd:CommitmentTypeQualifier>하이테크 B조/서정훈</xd:CommitmentTypeQualifier>
            </xd:CommitmentTypeQualifiers>
          </xd:CommitmentTypeIndication>
        </xd:SignedDataObjectProperties>
      </xd:SignedProperties>
    </xd:QualifyingProperties>
  </Object>
</Signature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758</Words>
  <Application>Microsoft Office PowerPoint</Application>
  <PresentationFormat>사용자 지정</PresentationFormat>
  <Paragraphs>323</Paragraphs>
  <Slides>43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47" baseType="lpstr">
      <vt:lpstr>Calibri</vt:lpstr>
      <vt:lpstr>Arial</vt:lpstr>
      <vt:lpstr>맑은 고딕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wire</dc:creator>
  <cp:lastModifiedBy>wire</cp:lastModifiedBy>
  <cp:revision>38</cp:revision>
  <dcterms:created xsi:type="dcterms:W3CDTF">2006-08-16T00:00:00Z</dcterms:created>
  <dcterms:modified xsi:type="dcterms:W3CDTF">2026-10-16T20:21:58Z</dcterms:modified>
</cp:coreProperties>
</file>