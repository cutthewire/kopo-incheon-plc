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gif" ContentType="image/gif"/>
  <Default Extension="sigs" ContentType="application/vnd.openxmlformats-package.digital-signature-origin"/>
  <Override PartName="/ppt/presentation.xml" ContentType="application/vnd.openxmlformats-officedocument.presentationml.presentation.main+xml"/>
  <Override PartName="/ppt/slides/slide30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1.xml" ContentType="application/vnd.openxmlformats-officedocument.presentationml.slide+xml"/>
  <Override PartName="/ppt/slides/slide2.xml" ContentType="application/vnd.openxmlformats-officedocument.presentationml.slide+xml"/>
  <Override PartName="/ppt/slides/slide32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39.xml" ContentType="application/vnd.openxmlformats-officedocument.presentationml.slide+xml"/>
  <Override PartName="/ppt/slides/slide1.xml" ContentType="application/vnd.openxmlformats-officedocument.presentationml.slide+xml"/>
  <Override PartName="/ppt/slides/slide37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8.xml" ContentType="application/vnd.openxmlformats-officedocument.presentationml.slide+xml"/>
  <Override PartName="/ppt/slides/slide36.xml" ContentType="application/vnd.openxmlformats-officedocument.presentationml.slide+xml"/>
  <Override PartName="/ppt/slides/slide35.xml" ContentType="application/vnd.openxmlformats-officedocument.presentationml.slide+xml"/>
  <Override PartName="/ppt/notesSlides/notesSlide1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4.xml" ContentType="application/vnd.openxmlformats-officedocument.presentationml.notesSlide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_xmlsignatures/sig1.xml" ContentType="application/vnd.openxmlformats-package.digital-signature-xmlsignatur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package/2006/relationships/digital-signature/origin" Target="_xmlsignatures/origin.sigs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80" r:id="rId4"/>
    <p:sldId id="259" r:id="rId5"/>
    <p:sldId id="260" r:id="rId6"/>
    <p:sldId id="261" r:id="rId7"/>
    <p:sldId id="262" r:id="rId8"/>
    <p:sldId id="263" r:id="rId9"/>
    <p:sldId id="284" r:id="rId10"/>
    <p:sldId id="285" r:id="rId11"/>
    <p:sldId id="264" r:id="rId12"/>
    <p:sldId id="265" r:id="rId13"/>
    <p:sldId id="266" r:id="rId14"/>
    <p:sldId id="267" r:id="rId15"/>
    <p:sldId id="268" r:id="rId16"/>
    <p:sldId id="279" r:id="rId17"/>
    <p:sldId id="283" r:id="rId18"/>
    <p:sldId id="282" r:id="rId19"/>
    <p:sldId id="278" r:id="rId20"/>
    <p:sldId id="293" r:id="rId21"/>
    <p:sldId id="294" r:id="rId22"/>
    <p:sldId id="295" r:id="rId23"/>
    <p:sldId id="296" r:id="rId24"/>
    <p:sldId id="297" r:id="rId25"/>
    <p:sldId id="269" r:id="rId26"/>
    <p:sldId id="281" r:id="rId27"/>
    <p:sldId id="298" r:id="rId28"/>
    <p:sldId id="299" r:id="rId29"/>
    <p:sldId id="300" r:id="rId30"/>
    <p:sldId id="270" r:id="rId31"/>
    <p:sldId id="271" r:id="rId32"/>
    <p:sldId id="276" r:id="rId33"/>
    <p:sldId id="289" r:id="rId34"/>
    <p:sldId id="290" r:id="rId35"/>
    <p:sldId id="291" r:id="rId36"/>
    <p:sldId id="286" r:id="rId37"/>
    <p:sldId id="287" r:id="rId38"/>
    <p:sldId id="288" r:id="rId39"/>
    <p:sldId id="274" r:id="rId40"/>
    <p:sldId id="272" r:id="rId41"/>
    <p:sldId id="292" r:id="rId42"/>
    <p:sldId id="275" r:id="rId43"/>
    <p:sldId id="277" r:id="rId44"/>
  </p:sldIdLst>
  <p:sldSz cx="18288000" cy="10287000"/>
  <p:notesSz cx="6858000" cy="9144000"/>
  <p:embeddedFontLst>
    <p:embeddedFont>
      <p:font typeface="맑은 고딕" panose="020B0503020000020004" pitchFamily="34" charset="-127"/>
      <p:regular r:id="rId46"/>
      <p:bold r:id="rId47"/>
    </p:embeddedFont>
    <p:embeddedFont>
      <p:font typeface="Calibri" panose="020F0502020204030204" pitchFamily="34" charset="0"/>
      <p:regular r:id="rId48"/>
      <p:bold r:id="rId49"/>
      <p:italic r:id="rId50"/>
      <p:boldItalic r:id="rId5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 전 설명" id="{6DD12953-1F1F-4542-B7BE-54E333D9509A}">
          <p14:sldIdLst>
            <p14:sldId id="256"/>
            <p14:sldId id="257"/>
            <p14:sldId id="280"/>
            <p14:sldId id="259"/>
            <p14:sldId id="260"/>
            <p14:sldId id="261"/>
            <p14:sldId id="262"/>
          </p14:sldIdLst>
        </p14:section>
        <p14:section name="PLC" id="{F17830AC-BE86-4831-978D-816B342D1464}">
          <p14:sldIdLst>
            <p14:sldId id="263"/>
            <p14:sldId id="284"/>
            <p14:sldId id="285"/>
            <p14:sldId id="264"/>
            <p14:sldId id="265"/>
            <p14:sldId id="266"/>
            <p14:sldId id="267"/>
          </p14:sldIdLst>
        </p14:section>
        <p14:section name="ESP" id="{BED1A68F-CE35-418C-A031-CED524C779FE}">
          <p14:sldIdLst>
            <p14:sldId id="268"/>
            <p14:sldId id="279"/>
            <p14:sldId id="283"/>
            <p14:sldId id="282"/>
            <p14:sldId id="278"/>
            <p14:sldId id="293"/>
            <p14:sldId id="294"/>
            <p14:sldId id="295"/>
            <p14:sldId id="296"/>
            <p14:sldId id="297"/>
            <p14:sldId id="269"/>
            <p14:sldId id="281"/>
            <p14:sldId id="298"/>
            <p14:sldId id="299"/>
            <p14:sldId id="300"/>
          </p14:sldIdLst>
        </p14:section>
        <p14:section name="근접센서 &amp; 릴레이" id="{C9AE32E3-0A76-47C1-BB39-368435944780}">
          <p14:sldIdLst>
            <p14:sldId id="270"/>
            <p14:sldId id="271"/>
          </p14:sldIdLst>
        </p14:section>
        <p14:section name="HIM" id="{85DC5735-EB28-49F7-9299-4C8D147EE6CF}">
          <p14:sldIdLst>
            <p14:sldId id="276"/>
            <p14:sldId id="289"/>
            <p14:sldId id="290"/>
            <p14:sldId id="291"/>
            <p14:sldId id="286"/>
            <p14:sldId id="287"/>
            <p14:sldId id="288"/>
          </p14:sldIdLst>
        </p14:section>
        <p14:section name="시연 전 설명" id="{E5E08190-BA76-4C1A-97FA-B7A8748F66DB}">
          <p14:sldIdLst>
            <p14:sldId id="274"/>
            <p14:sldId id="272"/>
            <p14:sldId id="292"/>
          </p14:sldIdLst>
        </p14:section>
        <p14:section name="시연" id="{36586A00-764E-4C9C-B099-F0DFB2B8EE3C}">
          <p14:sldIdLst>
            <p14:sldId id="275"/>
            <p14:sldId id="27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53A451"/>
    <a:srgbClr val="E9EDF4"/>
    <a:srgbClr val="D0D8E8"/>
    <a:srgbClr val="A86C00"/>
    <a:srgbClr val="3479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보통 스타일 3 - 강조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86899" autoAdjust="0"/>
  </p:normalViewPr>
  <p:slideViewPr>
    <p:cSldViewPr>
      <p:cViewPr varScale="1">
        <p:scale>
          <a:sx n="94" d="100"/>
          <a:sy n="94" d="100"/>
        </p:scale>
        <p:origin x="294" y="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2.fntdata"/><Relationship Id="rId50" Type="http://schemas.openxmlformats.org/officeDocument/2006/relationships/font" Target="fonts/font5.fntdata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3.fntdata"/><Relationship Id="rId8" Type="http://schemas.openxmlformats.org/officeDocument/2006/relationships/slide" Target="slides/slide7.xml"/><Relationship Id="rId51" Type="http://schemas.openxmlformats.org/officeDocument/2006/relationships/font" Target="fonts/font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9CB5EE-CF7D-4028-8A90-923CE2F8B1E2}" type="datetimeFigureOut">
              <a:rPr lang="ko-KR" altLang="en-US" smtClean="0"/>
              <a:t>2026-10-16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2BC07-D1D1-4809-B567-B427441CAB39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71197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C2BC07-D1D1-4809-B567-B427441CAB39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74386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C2BC07-D1D1-4809-B567-B427441CAB39}" type="slidenum">
              <a:rPr lang="ko-KR" altLang="en-US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66141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C2BC07-D1D1-4809-B567-B427441CAB39}" type="slidenum">
              <a:rPr lang="ko-KR" altLang="en-US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738192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C2BC07-D1D1-4809-B567-B427441CAB39}" type="slidenum">
              <a:rPr lang="ko-KR" altLang="en-US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75430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C2BC07-D1D1-4809-B567-B427441CAB39}" type="slidenum">
              <a:rPr lang="ko-KR" altLang="en-US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2811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C2BC07-D1D1-4809-B567-B427441CAB39}" type="slidenum">
              <a:rPr lang="ko-KR" altLang="en-US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1589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C2BC07-D1D1-4809-B567-B427441CAB39}" type="slidenum">
              <a:rPr lang="ko-KR" altLang="en-US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61024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C2BC07-D1D1-4809-B567-B427441CAB39}" type="slidenum">
              <a:rPr lang="ko-KR" altLang="en-US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40608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C2BC07-D1D1-4809-B567-B427441CAB39}" type="slidenum">
              <a:rPr lang="ko-KR" altLang="en-US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307362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C2BC07-D1D1-4809-B567-B427441CAB39}" type="slidenum">
              <a:rPr lang="ko-KR" altLang="en-US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7038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C2BC07-D1D1-4809-B567-B427441CAB39}" type="slidenum">
              <a:rPr lang="ko-KR" altLang="en-US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826274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ㄹㅇㄷ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C2BC07-D1D1-4809-B567-B427441CAB39}" type="slidenum">
              <a:rPr lang="ko-KR" altLang="en-US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70066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C2BC07-D1D1-4809-B567-B427441CAB39}" type="slidenum">
              <a:rPr lang="ko-KR" altLang="en-US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53031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C2BC07-D1D1-4809-B567-B427441CAB39}" type="slidenum">
              <a:rPr lang="ko-KR" altLang="en-US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626948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C2BC07-D1D1-4809-B567-B427441CAB39}" type="slidenum">
              <a:rPr lang="ko-KR" altLang="en-US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434632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C2BC07-D1D1-4809-B567-B427441CAB39}" type="slidenum">
              <a:rPr lang="ko-KR" altLang="en-US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93734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C2BC07-D1D1-4809-B567-B427441CAB39}" type="slidenum">
              <a:rPr lang="ko-KR" altLang="en-US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311138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11" Type="http://schemas.openxmlformats.org/officeDocument/2006/relationships/image" Target="../media/image5.svg"/><Relationship Id="rId5" Type="http://schemas.openxmlformats.org/officeDocument/2006/relationships/image" Target="../media/image11.png"/><Relationship Id="rId10" Type="http://schemas.openxmlformats.org/officeDocument/2006/relationships/image" Target="../media/image4.png"/><Relationship Id="rId4" Type="http://schemas.openxmlformats.org/officeDocument/2006/relationships/image" Target="../media/image3.svg"/><Relationship Id="rId9" Type="http://schemas.openxmlformats.org/officeDocument/2006/relationships/image" Target="../media/image9.svg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9">
            <a:extLst>
              <a:ext uri="{FF2B5EF4-FFF2-40B4-BE49-F238E27FC236}">
                <a16:creationId xmlns:a16="http://schemas.microsoft.com/office/drawing/2014/main" id="{0AD30F94-5902-43F1-A660-4A53540408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367000" y="127000"/>
            <a:ext cx="2806700" cy="800100"/>
          </a:xfrm>
          <a:prstGeom prst="rect">
            <a:avLst/>
          </a:prstGeom>
        </p:spPr>
      </p:pic>
      <p:pic>
        <p:nvPicPr>
          <p:cNvPr id="27" name="Picture 3">
            <a:extLst>
              <a:ext uri="{FF2B5EF4-FFF2-40B4-BE49-F238E27FC236}">
                <a16:creationId xmlns:a16="http://schemas.microsoft.com/office/drawing/2014/main" id="{DD14F67D-5A6F-4B2E-906E-FFA15A0263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50800" y="-12700"/>
            <a:ext cx="1193800" cy="10344150"/>
          </a:xfrm>
          <a:prstGeom prst="rect">
            <a:avLst/>
          </a:prstGeom>
        </p:spPr>
      </p:pic>
      <p:pic>
        <p:nvPicPr>
          <p:cNvPr id="28" name="Picture 4">
            <a:extLst>
              <a:ext uri="{FF2B5EF4-FFF2-40B4-BE49-F238E27FC236}">
                <a16:creationId xmlns:a16="http://schemas.microsoft.com/office/drawing/2014/main" id="{CD75B689-01A1-4931-B9D0-1FB82AA88D7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596241">
            <a:off x="-139700" y="1130300"/>
            <a:ext cx="18592800" cy="25400"/>
          </a:xfrm>
          <a:prstGeom prst="rect">
            <a:avLst/>
          </a:prstGeom>
        </p:spPr>
      </p:pic>
      <p:pic>
        <p:nvPicPr>
          <p:cNvPr id="30" name="Picture 3">
            <a:extLst>
              <a:ext uri="{FF2B5EF4-FFF2-40B4-BE49-F238E27FC236}">
                <a16:creationId xmlns:a16="http://schemas.microsoft.com/office/drawing/2014/main" id="{6508A1B0-F5DD-453D-81DB-3A28DEAFE34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50800" y="-12700"/>
            <a:ext cx="1219200" cy="1193800"/>
          </a:xfrm>
          <a:prstGeom prst="rect">
            <a:avLst/>
          </a:prstGeom>
        </p:spPr>
      </p:pic>
      <p:pic>
        <p:nvPicPr>
          <p:cNvPr id="31" name="Picture 5">
            <a:extLst>
              <a:ext uri="{FF2B5EF4-FFF2-40B4-BE49-F238E27FC236}">
                <a16:creationId xmlns:a16="http://schemas.microsoft.com/office/drawing/2014/main" id="{78380D3D-74BA-44D5-84F1-982B534B755F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5400000">
            <a:off x="-4152900" y="5130800"/>
            <a:ext cx="10617200" cy="25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>
            <a:extLst>
              <a:ext uri="{FF2B5EF4-FFF2-40B4-BE49-F238E27FC236}">
                <a16:creationId xmlns:a16="http://schemas.microsoft.com/office/drawing/2014/main" id="{F90C2311-FDA8-482A-AC28-B38422D75B8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10" name="Picture 3">
            <a:extLst>
              <a:ext uri="{FF2B5EF4-FFF2-40B4-BE49-F238E27FC236}">
                <a16:creationId xmlns:a16="http://schemas.microsoft.com/office/drawing/2014/main" id="{38C2F7F3-52F5-483E-AC3D-496E9DDA96A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50800" y="-12700"/>
            <a:ext cx="1193800" cy="10344150"/>
          </a:xfrm>
          <a:prstGeom prst="rect">
            <a:avLst/>
          </a:prstGeom>
        </p:spPr>
      </p:pic>
      <p:pic>
        <p:nvPicPr>
          <p:cNvPr id="6" name="Picture 8">
            <a:extLst>
              <a:ext uri="{FF2B5EF4-FFF2-40B4-BE49-F238E27FC236}">
                <a16:creationId xmlns:a16="http://schemas.microsoft.com/office/drawing/2014/main" id="{AD185512-4C79-4768-B0C8-4F2EE4C62B79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5367000" y="127000"/>
            <a:ext cx="2806700" cy="800100"/>
          </a:xfrm>
          <a:prstGeom prst="rect">
            <a:avLst/>
          </a:prstGeom>
        </p:spPr>
      </p:pic>
      <p:pic>
        <p:nvPicPr>
          <p:cNvPr id="7" name="Picture 3">
            <a:extLst>
              <a:ext uri="{FF2B5EF4-FFF2-40B4-BE49-F238E27FC236}">
                <a16:creationId xmlns:a16="http://schemas.microsoft.com/office/drawing/2014/main" id="{193BA269-AC1B-4EF7-9428-5B7C719A256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50800" y="-12700"/>
            <a:ext cx="1219200" cy="1193800"/>
          </a:xfrm>
          <a:prstGeom prst="rect">
            <a:avLst/>
          </a:prstGeom>
        </p:spPr>
      </p:pic>
      <p:pic>
        <p:nvPicPr>
          <p:cNvPr id="8" name="Picture 5">
            <a:extLst>
              <a:ext uri="{FF2B5EF4-FFF2-40B4-BE49-F238E27FC236}">
                <a16:creationId xmlns:a16="http://schemas.microsoft.com/office/drawing/2014/main" id="{ABA50276-68CF-4E52-9F93-2C170586996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5400000">
            <a:off x="-4152900" y="5130800"/>
            <a:ext cx="10617200" cy="25400"/>
          </a:xfrm>
          <a:prstGeom prst="rect">
            <a:avLst/>
          </a:prstGeom>
        </p:spPr>
      </p:pic>
      <p:pic>
        <p:nvPicPr>
          <p:cNvPr id="9" name="Picture 4">
            <a:extLst>
              <a:ext uri="{FF2B5EF4-FFF2-40B4-BE49-F238E27FC236}">
                <a16:creationId xmlns:a16="http://schemas.microsoft.com/office/drawing/2014/main" id="{23E5729C-4223-4A47-A36B-2AA1C8888C4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21596241">
            <a:off x="-139700" y="1130300"/>
            <a:ext cx="18592800" cy="25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8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12" Type="http://schemas.openxmlformats.org/officeDocument/2006/relationships/image" Target="../media/image17.svg"/><Relationship Id="rId2" Type="http://schemas.openxmlformats.org/officeDocument/2006/relationships/image" Target="../media/image12.png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11" Type="http://schemas.openxmlformats.org/officeDocument/2006/relationships/image" Target="../media/image16.png"/><Relationship Id="rId5" Type="http://schemas.openxmlformats.org/officeDocument/2006/relationships/image" Target="../media/image4.png"/><Relationship Id="rId15" Type="http://schemas.openxmlformats.org/officeDocument/2006/relationships/image" Target="../media/image20.png"/><Relationship Id="rId10" Type="http://schemas.openxmlformats.org/officeDocument/2006/relationships/image" Target="../media/image15.svg"/><Relationship Id="rId4" Type="http://schemas.openxmlformats.org/officeDocument/2006/relationships/image" Target="../media/image3.sv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18" Type="http://schemas.openxmlformats.org/officeDocument/2006/relationships/image" Target="../media/image41.png"/><Relationship Id="rId3" Type="http://schemas.openxmlformats.org/officeDocument/2006/relationships/image" Target="../media/image23.svg"/><Relationship Id="rId21" Type="http://schemas.openxmlformats.org/officeDocument/2006/relationships/image" Target="../media/image44.png"/><Relationship Id="rId7" Type="http://schemas.openxmlformats.org/officeDocument/2006/relationships/image" Target="../media/image25.svg"/><Relationship Id="rId12" Type="http://schemas.openxmlformats.org/officeDocument/2006/relationships/image" Target="../media/image35.png"/><Relationship Id="rId17" Type="http://schemas.openxmlformats.org/officeDocument/2006/relationships/image" Target="../media/image40.png"/><Relationship Id="rId2" Type="http://schemas.openxmlformats.org/officeDocument/2006/relationships/image" Target="../media/image22.png"/><Relationship Id="rId16" Type="http://schemas.openxmlformats.org/officeDocument/2006/relationships/image" Target="../media/image39.png"/><Relationship Id="rId20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png"/><Relationship Id="rId11" Type="http://schemas.openxmlformats.org/officeDocument/2006/relationships/image" Target="../media/image34.png"/><Relationship Id="rId5" Type="http://schemas.openxmlformats.org/officeDocument/2006/relationships/image" Target="../media/image30.svg"/><Relationship Id="rId15" Type="http://schemas.openxmlformats.org/officeDocument/2006/relationships/image" Target="../media/image38.png"/><Relationship Id="rId23" Type="http://schemas.openxmlformats.org/officeDocument/2006/relationships/image" Target="../media/image46.svg"/><Relationship Id="rId10" Type="http://schemas.openxmlformats.org/officeDocument/2006/relationships/image" Target="../media/image33.png"/><Relationship Id="rId19" Type="http://schemas.openxmlformats.org/officeDocument/2006/relationships/image" Target="../media/image42.png"/><Relationship Id="rId4" Type="http://schemas.openxmlformats.org/officeDocument/2006/relationships/image" Target="../media/image29.png"/><Relationship Id="rId9" Type="http://schemas.openxmlformats.org/officeDocument/2006/relationships/image" Target="../media/image32.png"/><Relationship Id="rId14" Type="http://schemas.openxmlformats.org/officeDocument/2006/relationships/image" Target="../media/image37.svg"/><Relationship Id="rId22" Type="http://schemas.openxmlformats.org/officeDocument/2006/relationships/image" Target="../media/image4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1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1.png"/><Relationship Id="rId5" Type="http://schemas.openxmlformats.org/officeDocument/2006/relationships/image" Target="../media/image61.png"/><Relationship Id="rId4" Type="http://schemas.openxmlformats.org/officeDocument/2006/relationships/image" Target="../media/image9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2.png"/><Relationship Id="rId5" Type="http://schemas.openxmlformats.org/officeDocument/2006/relationships/image" Target="../media/image61.png"/><Relationship Id="rId4" Type="http://schemas.openxmlformats.org/officeDocument/2006/relationships/image" Target="../media/image9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3.png"/><Relationship Id="rId5" Type="http://schemas.openxmlformats.org/officeDocument/2006/relationships/image" Target="../media/image61.png"/><Relationship Id="rId4" Type="http://schemas.openxmlformats.org/officeDocument/2006/relationships/image" Target="../media/image9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4.png"/><Relationship Id="rId5" Type="http://schemas.openxmlformats.org/officeDocument/2006/relationships/image" Target="../media/image61.png"/><Relationship Id="rId4" Type="http://schemas.openxmlformats.org/officeDocument/2006/relationships/image" Target="../media/image9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5.png"/><Relationship Id="rId5" Type="http://schemas.openxmlformats.org/officeDocument/2006/relationships/image" Target="../media/image61.png"/><Relationship Id="rId4" Type="http://schemas.openxmlformats.org/officeDocument/2006/relationships/image" Target="../media/image9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6.png"/><Relationship Id="rId5" Type="http://schemas.openxmlformats.org/officeDocument/2006/relationships/image" Target="../media/image61.png"/><Relationship Id="rId4" Type="http://schemas.openxmlformats.org/officeDocument/2006/relationships/image" Target="../media/image9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7.png"/><Relationship Id="rId5" Type="http://schemas.openxmlformats.org/officeDocument/2006/relationships/image" Target="../media/image61.png"/><Relationship Id="rId4" Type="http://schemas.openxmlformats.org/officeDocument/2006/relationships/image" Target="../media/image7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1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8.png"/><Relationship Id="rId5" Type="http://schemas.openxmlformats.org/officeDocument/2006/relationships/image" Target="../media/image61.png"/><Relationship Id="rId4" Type="http://schemas.openxmlformats.org/officeDocument/2006/relationships/image" Target="../media/image9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0.png"/><Relationship Id="rId5" Type="http://schemas.openxmlformats.org/officeDocument/2006/relationships/image" Target="../media/image61.png"/><Relationship Id="rId4" Type="http://schemas.openxmlformats.org/officeDocument/2006/relationships/image" Target="../media/image9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1.png"/><Relationship Id="rId5" Type="http://schemas.openxmlformats.org/officeDocument/2006/relationships/image" Target="../media/image61.png"/><Relationship Id="rId4" Type="http://schemas.openxmlformats.org/officeDocument/2006/relationships/image" Target="../media/image9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6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.jpe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6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9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1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9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1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92.gif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93.gif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94.gif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95.svg"/><Relationship Id="rId7" Type="http://schemas.openxmlformats.org/officeDocument/2006/relationships/image" Target="../media/image9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jpe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1.png"/><Relationship Id="rId4" Type="http://schemas.openxmlformats.org/officeDocument/2006/relationships/image" Target="../media/image10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700" y="-12700"/>
            <a:ext cx="18313400" cy="103124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12700" y="-12700"/>
            <a:ext cx="1181100" cy="10312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-3759">
            <a:off x="-139700" y="1130300"/>
            <a:ext cx="18592800" cy="254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7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5400000">
            <a:off x="-4152900" y="5130800"/>
            <a:ext cx="10617200" cy="254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88900" y="-12700"/>
            <a:ext cx="1257300" cy="11938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184400" y="4114800"/>
            <a:ext cx="101600" cy="6731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43400" y="2273300"/>
            <a:ext cx="16954500" cy="10922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43400" y="1663700"/>
            <a:ext cx="2616200" cy="635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44600" y="152400"/>
            <a:ext cx="3124200" cy="9906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4200" y="1816100"/>
            <a:ext cx="5016500" cy="469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586501C-B9D2-4407-8FD1-DD544C77EA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082425"/>
              </p:ext>
            </p:extLst>
          </p:nvPr>
        </p:nvGraphicFramePr>
        <p:xfrm>
          <a:off x="4267200" y="6315996"/>
          <a:ext cx="11683998" cy="17779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7333">
                  <a:extLst>
                    <a:ext uri="{9D8B030D-6E8A-4147-A177-3AD203B41FA5}">
                      <a16:colId xmlns:a16="http://schemas.microsoft.com/office/drawing/2014/main" val="3708706604"/>
                    </a:ext>
                  </a:extLst>
                </a:gridCol>
                <a:gridCol w="1947333">
                  <a:extLst>
                    <a:ext uri="{9D8B030D-6E8A-4147-A177-3AD203B41FA5}">
                      <a16:colId xmlns:a16="http://schemas.microsoft.com/office/drawing/2014/main" val="911228438"/>
                    </a:ext>
                  </a:extLst>
                </a:gridCol>
                <a:gridCol w="1947333">
                  <a:extLst>
                    <a:ext uri="{9D8B030D-6E8A-4147-A177-3AD203B41FA5}">
                      <a16:colId xmlns:a16="http://schemas.microsoft.com/office/drawing/2014/main" val="2266765158"/>
                    </a:ext>
                  </a:extLst>
                </a:gridCol>
                <a:gridCol w="1947333">
                  <a:extLst>
                    <a:ext uri="{9D8B030D-6E8A-4147-A177-3AD203B41FA5}">
                      <a16:colId xmlns:a16="http://schemas.microsoft.com/office/drawing/2014/main" val="3429379737"/>
                    </a:ext>
                  </a:extLst>
                </a:gridCol>
                <a:gridCol w="1947333">
                  <a:extLst>
                    <a:ext uri="{9D8B030D-6E8A-4147-A177-3AD203B41FA5}">
                      <a16:colId xmlns:a16="http://schemas.microsoft.com/office/drawing/2014/main" val="1678868600"/>
                    </a:ext>
                  </a:extLst>
                </a:gridCol>
                <a:gridCol w="1947333">
                  <a:extLst>
                    <a:ext uri="{9D8B030D-6E8A-4147-A177-3AD203B41FA5}">
                      <a16:colId xmlns:a16="http://schemas.microsoft.com/office/drawing/2014/main" val="3533795527"/>
                    </a:ext>
                  </a:extLst>
                </a:gridCol>
              </a:tblGrid>
              <a:tr h="888999"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sz="4400" b="1" dirty="0">
                          <a:solidFill>
                            <a:schemeClr val="tx1"/>
                          </a:solidFill>
                        </a:rPr>
                        <a:t>강대한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sz="4400" b="1" dirty="0">
                          <a:solidFill>
                            <a:schemeClr val="tx1"/>
                          </a:solidFill>
                        </a:rPr>
                        <a:t>곽승근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sz="4400" b="1" dirty="0">
                          <a:solidFill>
                            <a:schemeClr val="tx1"/>
                          </a:solidFill>
                        </a:rPr>
                        <a:t>박준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sz="4400" b="1" dirty="0">
                          <a:solidFill>
                            <a:schemeClr val="tx1"/>
                          </a:solidFill>
                        </a:rPr>
                        <a:t>박세봉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sz="4400" b="1" dirty="0">
                          <a:solidFill>
                            <a:schemeClr val="tx1"/>
                          </a:solidFill>
                        </a:rPr>
                        <a:t>서정훈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sz="4400" b="1" dirty="0">
                          <a:solidFill>
                            <a:schemeClr val="tx1"/>
                          </a:solidFill>
                        </a:rPr>
                        <a:t>배동인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4948940"/>
                  </a:ext>
                </a:extLst>
              </a:tr>
              <a:tr h="888999"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sz="4400" b="1" dirty="0">
                          <a:solidFill>
                            <a:schemeClr val="tx1"/>
                          </a:solidFill>
                        </a:rPr>
                        <a:t>남구현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sz="4400" b="1" dirty="0">
                          <a:solidFill>
                            <a:schemeClr val="tx1"/>
                          </a:solidFill>
                        </a:rPr>
                        <a:t>이종민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sz="4400" b="1" dirty="0">
                          <a:solidFill>
                            <a:schemeClr val="tx1"/>
                          </a:solidFill>
                        </a:rPr>
                        <a:t>유호성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sz="4400" b="1" dirty="0" err="1">
                          <a:solidFill>
                            <a:schemeClr val="tx1"/>
                          </a:solidFill>
                        </a:rPr>
                        <a:t>이신석</a:t>
                      </a:r>
                      <a:endParaRPr lang="ko-KR" altLang="en-US" sz="4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sz="4400" b="1" dirty="0">
                          <a:solidFill>
                            <a:schemeClr val="tx1"/>
                          </a:solidFill>
                        </a:rPr>
                        <a:t>이주원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dist" latinLnBrk="1"/>
                      <a:r>
                        <a:rPr lang="ko-KR" altLang="en-US" sz="4400" b="1" dirty="0">
                          <a:solidFill>
                            <a:schemeClr val="tx1"/>
                          </a:solidFill>
                        </a:rPr>
                        <a:t>나재원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1220015"/>
                  </a:ext>
                </a:extLst>
              </a:tr>
            </a:tbl>
          </a:graphicData>
        </a:graphic>
      </p:graphicFrame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12319000" y="4483100"/>
            <a:ext cx="11899900" cy="254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-3759">
            <a:off x="-2374900" y="0"/>
            <a:ext cx="20828000" cy="25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1600200"/>
            <a:ext cx="4775200" cy="9906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200" y="3136900"/>
            <a:ext cx="5461000" cy="10922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5300" y="4902200"/>
            <a:ext cx="6108700" cy="990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4BE946A-A278-465A-903E-3C50AC32304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13122661" y="5132512"/>
            <a:ext cx="10296000" cy="21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FD09CAC-1DC1-4558-B806-59CBD97C489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1596241">
            <a:off x="-3962400" y="3683000"/>
            <a:ext cx="24726900" cy="2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4C785F-D0C5-4C92-ACF7-9C08C9B9F995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1596241">
            <a:off x="-2374900" y="0"/>
            <a:ext cx="20828000" cy="2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9187A47-D252-4492-879E-2075E0C1B77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-1799857" y="5132516"/>
            <a:ext cx="10296000" cy="219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46863B8-DFB8-44FD-B984-E1CFFFB8C1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0200" y="685800"/>
            <a:ext cx="3035300" cy="660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D2BA7D-171E-4EF6-A887-AF26783AED7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67200" y="1600200"/>
            <a:ext cx="1257300" cy="9906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285B6B6-81B8-4B1D-A666-75777DF7849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607800" y="1600200"/>
            <a:ext cx="1308100" cy="9906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F01AF36-0DA9-42C4-9EAE-698CF08A353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7200" y="2654300"/>
            <a:ext cx="5461000" cy="7112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9DFEC57-3E50-4467-B671-524DB567B91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07800" y="2654300"/>
            <a:ext cx="5016500" cy="7112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8C20A73-D25D-4B9E-88C3-AD690298FD1A}"/>
              </a:ext>
            </a:extLst>
          </p:cNvPr>
          <p:cNvPicPr>
            <a:picLocks noChangeAspect="1"/>
          </p:cNvPicPr>
          <p:nvPr/>
        </p:nvPicPr>
        <p:blipFill>
          <a:blip r:embed="rId13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5399999">
            <a:off x="5529714" y="5134166"/>
            <a:ext cx="10296000" cy="18669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D5C752F3-CCA3-4040-9F78-9FA738EE476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67200" y="6832600"/>
            <a:ext cx="1257300" cy="990600"/>
          </a:xfrm>
          <a:prstGeom prst="rect">
            <a:avLst/>
          </a:prstGeom>
        </p:spPr>
      </p:pic>
      <p:pic>
        <p:nvPicPr>
          <p:cNvPr id="14" name="Picture 14">
            <a:extLst>
              <a:ext uri="{FF2B5EF4-FFF2-40B4-BE49-F238E27FC236}">
                <a16:creationId xmlns:a16="http://schemas.microsoft.com/office/drawing/2014/main" id="{2F64D76F-C96C-4461-AB82-A7A7B654268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607800" y="6832600"/>
            <a:ext cx="1308100" cy="990600"/>
          </a:xfrm>
          <a:prstGeom prst="rect">
            <a:avLst/>
          </a:prstGeom>
        </p:spPr>
      </p:pic>
      <p:pic>
        <p:nvPicPr>
          <p:cNvPr id="15" name="Picture 15">
            <a:extLst>
              <a:ext uri="{FF2B5EF4-FFF2-40B4-BE49-F238E27FC236}">
                <a16:creationId xmlns:a16="http://schemas.microsoft.com/office/drawing/2014/main" id="{B31EBB7F-74BC-402B-916E-131A491EBA23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267200" y="7886700"/>
            <a:ext cx="5461000" cy="711200"/>
          </a:xfrm>
          <a:prstGeom prst="rect">
            <a:avLst/>
          </a:prstGeom>
        </p:spPr>
      </p:pic>
      <p:pic>
        <p:nvPicPr>
          <p:cNvPr id="16" name="Picture 16">
            <a:extLst>
              <a:ext uri="{FF2B5EF4-FFF2-40B4-BE49-F238E27FC236}">
                <a16:creationId xmlns:a16="http://schemas.microsoft.com/office/drawing/2014/main" id="{F8E7051F-3C16-4819-AFF1-2133C559536C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607800" y="7886700"/>
            <a:ext cx="5016500" cy="711200"/>
          </a:xfrm>
          <a:prstGeom prst="rect">
            <a:avLst/>
          </a:prstGeom>
        </p:spPr>
      </p:pic>
      <p:pic>
        <p:nvPicPr>
          <p:cNvPr id="17" name="Picture 17">
            <a:extLst>
              <a:ext uri="{FF2B5EF4-FFF2-40B4-BE49-F238E27FC236}">
                <a16:creationId xmlns:a16="http://schemas.microsoft.com/office/drawing/2014/main" id="{AF6B301E-1484-4FA8-BF3A-C40DC0B1F07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267200" y="4279900"/>
            <a:ext cx="1257300" cy="990600"/>
          </a:xfrm>
          <a:prstGeom prst="rect">
            <a:avLst/>
          </a:prstGeom>
        </p:spPr>
      </p:pic>
      <p:pic>
        <p:nvPicPr>
          <p:cNvPr id="18" name="Picture 18">
            <a:extLst>
              <a:ext uri="{FF2B5EF4-FFF2-40B4-BE49-F238E27FC236}">
                <a16:creationId xmlns:a16="http://schemas.microsoft.com/office/drawing/2014/main" id="{C762C6BD-12D0-4A88-897C-3E65B04F33C9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607800" y="4279900"/>
            <a:ext cx="1308100" cy="990600"/>
          </a:xfrm>
          <a:prstGeom prst="rect">
            <a:avLst/>
          </a:prstGeom>
        </p:spPr>
      </p:pic>
      <p:pic>
        <p:nvPicPr>
          <p:cNvPr id="19" name="Picture 19">
            <a:extLst>
              <a:ext uri="{FF2B5EF4-FFF2-40B4-BE49-F238E27FC236}">
                <a16:creationId xmlns:a16="http://schemas.microsoft.com/office/drawing/2014/main" id="{F38203F5-289C-4D08-94D5-69EDA4C68ECE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267200" y="5334000"/>
            <a:ext cx="5461000" cy="711200"/>
          </a:xfrm>
          <a:prstGeom prst="rect">
            <a:avLst/>
          </a:prstGeom>
        </p:spPr>
      </p:pic>
      <p:pic>
        <p:nvPicPr>
          <p:cNvPr id="20" name="Picture 20">
            <a:extLst>
              <a:ext uri="{FF2B5EF4-FFF2-40B4-BE49-F238E27FC236}">
                <a16:creationId xmlns:a16="http://schemas.microsoft.com/office/drawing/2014/main" id="{B4BD8EEB-9F87-4809-8762-5F74D5A69836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607800" y="5334000"/>
            <a:ext cx="5016500" cy="711200"/>
          </a:xfrm>
          <a:prstGeom prst="rect">
            <a:avLst/>
          </a:prstGeom>
        </p:spPr>
      </p:pic>
      <p:pic>
        <p:nvPicPr>
          <p:cNvPr id="21" name="Picture 21">
            <a:extLst>
              <a:ext uri="{FF2B5EF4-FFF2-40B4-BE49-F238E27FC236}">
                <a16:creationId xmlns:a16="http://schemas.microsoft.com/office/drawing/2014/main" id="{441B95A7-BC2C-476D-9DCF-8D4E5EE62CC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 rot="21596241">
            <a:off x="-3962400" y="6426200"/>
            <a:ext cx="24726900" cy="2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7378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0" y="1358900"/>
            <a:ext cx="4064000" cy="7112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3086100"/>
            <a:ext cx="16154400" cy="12700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0" y="5130800"/>
            <a:ext cx="16154400" cy="18923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7000" y="508000"/>
            <a:ext cx="3048000" cy="889000"/>
          </a:xfrm>
          <a:prstGeom prst="rect">
            <a:avLst/>
          </a:prstGeom>
        </p:spPr>
      </p:pic>
      <p:grpSp>
        <p:nvGrpSpPr>
          <p:cNvPr id="17" name="그룹 16">
            <a:extLst>
              <a:ext uri="{FF2B5EF4-FFF2-40B4-BE49-F238E27FC236}">
                <a16:creationId xmlns:a16="http://schemas.microsoft.com/office/drawing/2014/main" id="{EE5930AD-F05F-451A-96B2-31560E83B54B}"/>
              </a:ext>
            </a:extLst>
          </p:cNvPr>
          <p:cNvGrpSpPr/>
          <p:nvPr/>
        </p:nvGrpSpPr>
        <p:grpSpPr>
          <a:xfrm>
            <a:off x="3060700" y="1701800"/>
            <a:ext cx="12166600" cy="8013700"/>
            <a:chOff x="3060700" y="1155700"/>
            <a:chExt cx="12166600" cy="8013700"/>
          </a:xfrm>
        </p:grpSpPr>
        <p:pic>
          <p:nvPicPr>
            <p:cNvPr id="8" name="Picture 8"/>
            <p:cNvPicPr>
              <a:picLocks noChangeAspect="1"/>
            </p:cNvPicPr>
            <p:nvPr/>
          </p:nvPicPr>
          <p:blipFill>
            <a:blip r:embed="rId4">
              <a:alphaModFix amt="90000"/>
            </a:blip>
            <a:stretch>
              <a:fillRect/>
            </a:stretch>
          </p:blipFill>
          <p:spPr>
            <a:xfrm>
              <a:off x="9347200" y="1155700"/>
              <a:ext cx="5880100" cy="3898900"/>
            </a:xfrm>
            <a:prstGeom prst="rect">
              <a:avLst/>
            </a:prstGeom>
          </p:spPr>
        </p:pic>
        <p:pic>
          <p:nvPicPr>
            <p:cNvPr id="9" name="Picture 9"/>
            <p:cNvPicPr>
              <a:picLocks noChangeAspect="1"/>
            </p:cNvPicPr>
            <p:nvPr/>
          </p:nvPicPr>
          <p:blipFill>
            <a:blip r:embed="rId5">
              <a:alphaModFix amt="90000"/>
            </a:blip>
            <a:stretch>
              <a:fillRect/>
            </a:stretch>
          </p:blipFill>
          <p:spPr>
            <a:xfrm>
              <a:off x="9347200" y="5270500"/>
              <a:ext cx="5880100" cy="3898900"/>
            </a:xfrm>
            <a:prstGeom prst="rect">
              <a:avLst/>
            </a:prstGeom>
          </p:spPr>
        </p:pic>
        <p:pic>
          <p:nvPicPr>
            <p:cNvPr id="10" name="Picture 10"/>
            <p:cNvPicPr>
              <a:picLocks noChangeAspect="1"/>
            </p:cNvPicPr>
            <p:nvPr/>
          </p:nvPicPr>
          <p:blipFill>
            <a:blip r:embed="rId6">
              <a:alphaModFix amt="90000"/>
            </a:blip>
            <a:stretch>
              <a:fillRect/>
            </a:stretch>
          </p:blipFill>
          <p:spPr>
            <a:xfrm>
              <a:off x="3060700" y="1155700"/>
              <a:ext cx="5892800" cy="3898900"/>
            </a:xfrm>
            <a:prstGeom prst="rect">
              <a:avLst/>
            </a:prstGeom>
          </p:spPr>
        </p:pic>
        <p:pic>
          <p:nvPicPr>
            <p:cNvPr id="11" name="Picture 11"/>
            <p:cNvPicPr>
              <a:picLocks noChangeAspect="1"/>
            </p:cNvPicPr>
            <p:nvPr/>
          </p:nvPicPr>
          <p:blipFill>
            <a:blip r:embed="rId7">
              <a:alphaModFix amt="90000"/>
            </a:blip>
            <a:stretch>
              <a:fillRect/>
            </a:stretch>
          </p:blipFill>
          <p:spPr>
            <a:xfrm>
              <a:off x="3060700" y="5270500"/>
              <a:ext cx="5892800" cy="38989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7000" y="508000"/>
            <a:ext cx="3048000" cy="889000"/>
          </a:xfrm>
          <a:prstGeom prst="rect">
            <a:avLst/>
          </a:prstGeom>
        </p:spPr>
      </p:pic>
      <p:grpSp>
        <p:nvGrpSpPr>
          <p:cNvPr id="11" name="그룹 10">
            <a:extLst>
              <a:ext uri="{FF2B5EF4-FFF2-40B4-BE49-F238E27FC236}">
                <a16:creationId xmlns:a16="http://schemas.microsoft.com/office/drawing/2014/main" id="{E7440941-D599-42D8-8021-2AB4646CB415}"/>
              </a:ext>
            </a:extLst>
          </p:cNvPr>
          <p:cNvGrpSpPr/>
          <p:nvPr/>
        </p:nvGrpSpPr>
        <p:grpSpPr>
          <a:xfrm>
            <a:off x="3060700" y="2374900"/>
            <a:ext cx="12166600" cy="6578600"/>
            <a:chOff x="3060700" y="1155700"/>
            <a:chExt cx="12166600" cy="6578600"/>
          </a:xfrm>
        </p:grpSpPr>
        <p:pic>
          <p:nvPicPr>
            <p:cNvPr id="8" name="Picture 8"/>
            <p:cNvPicPr>
              <a:picLocks noChangeAspect="1"/>
            </p:cNvPicPr>
            <p:nvPr/>
          </p:nvPicPr>
          <p:blipFill>
            <a:blip r:embed="rId3">
              <a:alphaModFix amt="90000"/>
            </a:blip>
            <a:stretch>
              <a:fillRect/>
            </a:stretch>
          </p:blipFill>
          <p:spPr>
            <a:xfrm>
              <a:off x="9347200" y="1155700"/>
              <a:ext cx="5880100" cy="6578600"/>
            </a:xfrm>
            <a:prstGeom prst="rect">
              <a:avLst/>
            </a:prstGeom>
          </p:spPr>
        </p:pic>
        <p:pic>
          <p:nvPicPr>
            <p:cNvPr id="9" name="Picture 9"/>
            <p:cNvPicPr>
              <a:picLocks noChangeAspect="1"/>
            </p:cNvPicPr>
            <p:nvPr/>
          </p:nvPicPr>
          <p:blipFill>
            <a:blip r:embed="rId4">
              <a:alphaModFix amt="90000"/>
            </a:blip>
            <a:stretch>
              <a:fillRect/>
            </a:stretch>
          </p:blipFill>
          <p:spPr>
            <a:xfrm>
              <a:off x="3060700" y="1155700"/>
              <a:ext cx="5892800" cy="65786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7F6A618B-E407-4BC5-9B81-05AFA48CE097}"/>
              </a:ext>
            </a:extLst>
          </p:cNvPr>
          <p:cNvGrpSpPr/>
          <p:nvPr/>
        </p:nvGrpSpPr>
        <p:grpSpPr>
          <a:xfrm>
            <a:off x="3054350" y="1701800"/>
            <a:ext cx="12179300" cy="8013700"/>
            <a:chOff x="2133600" y="1155700"/>
            <a:chExt cx="12179300" cy="8013700"/>
          </a:xfrm>
        </p:grpSpPr>
        <p:pic>
          <p:nvPicPr>
            <p:cNvPr id="7" name="Picture 7"/>
            <p:cNvPicPr>
              <a:picLocks noChangeAspect="1"/>
            </p:cNvPicPr>
            <p:nvPr/>
          </p:nvPicPr>
          <p:blipFill>
            <a:blip r:embed="rId2">
              <a:alphaModFix amt="90000"/>
            </a:blip>
            <a:stretch>
              <a:fillRect/>
            </a:stretch>
          </p:blipFill>
          <p:spPr>
            <a:xfrm>
              <a:off x="8432800" y="1155700"/>
              <a:ext cx="5880100" cy="3898900"/>
            </a:xfrm>
            <a:prstGeom prst="rect">
              <a:avLst/>
            </a:prstGeom>
          </p:spPr>
        </p:pic>
        <p:pic>
          <p:nvPicPr>
            <p:cNvPr id="8" name="Picture 8"/>
            <p:cNvPicPr>
              <a:picLocks noChangeAspect="1"/>
            </p:cNvPicPr>
            <p:nvPr/>
          </p:nvPicPr>
          <p:blipFill>
            <a:blip r:embed="rId3">
              <a:alphaModFix amt="90000"/>
            </a:blip>
            <a:stretch>
              <a:fillRect/>
            </a:stretch>
          </p:blipFill>
          <p:spPr>
            <a:xfrm>
              <a:off x="8432800" y="5270500"/>
              <a:ext cx="5880100" cy="3898900"/>
            </a:xfrm>
            <a:prstGeom prst="rect">
              <a:avLst/>
            </a:prstGeom>
          </p:spPr>
        </p:pic>
        <p:pic>
          <p:nvPicPr>
            <p:cNvPr id="9" name="Picture 9"/>
            <p:cNvPicPr>
              <a:picLocks noChangeAspect="1"/>
            </p:cNvPicPr>
            <p:nvPr/>
          </p:nvPicPr>
          <p:blipFill>
            <a:blip r:embed="rId4">
              <a:alphaModFix amt="90000"/>
            </a:blip>
            <a:stretch>
              <a:fillRect/>
            </a:stretch>
          </p:blipFill>
          <p:spPr>
            <a:xfrm>
              <a:off x="2133600" y="1155700"/>
              <a:ext cx="5892800" cy="3898900"/>
            </a:xfrm>
            <a:prstGeom prst="rect">
              <a:avLst/>
            </a:prstGeom>
          </p:spPr>
        </p:pic>
        <p:pic>
          <p:nvPicPr>
            <p:cNvPr id="10" name="Picture 10"/>
            <p:cNvPicPr>
              <a:picLocks noChangeAspect="1"/>
            </p:cNvPicPr>
            <p:nvPr/>
          </p:nvPicPr>
          <p:blipFill>
            <a:blip r:embed="rId5">
              <a:alphaModFix amt="90000"/>
            </a:blip>
            <a:stretch>
              <a:fillRect/>
            </a:stretch>
          </p:blipFill>
          <p:spPr>
            <a:xfrm>
              <a:off x="2133600" y="5270500"/>
              <a:ext cx="5892800" cy="3898900"/>
            </a:xfrm>
            <a:prstGeom prst="rect">
              <a:avLst/>
            </a:prstGeom>
          </p:spPr>
        </p:pic>
      </p:grpSp>
      <p:pic>
        <p:nvPicPr>
          <p:cNvPr id="12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BA56C76B-5C7B-4BA1-93D1-62DC4E9E78F6}"/>
              </a:ext>
            </a:extLst>
          </p:cNvPr>
          <p:cNvGrpSpPr/>
          <p:nvPr/>
        </p:nvGrpSpPr>
        <p:grpSpPr>
          <a:xfrm>
            <a:off x="2796250" y="2713545"/>
            <a:ext cx="12695500" cy="4859911"/>
            <a:chOff x="1152000" y="1245276"/>
            <a:chExt cx="12695500" cy="4859911"/>
          </a:xfrm>
        </p:grpSpPr>
        <p:pic>
          <p:nvPicPr>
            <p:cNvPr id="19" name="Picture 9">
              <a:extLst>
                <a:ext uri="{FF2B5EF4-FFF2-40B4-BE49-F238E27FC236}">
                  <a16:creationId xmlns:a16="http://schemas.microsoft.com/office/drawing/2014/main" id="{6FF2F995-B3B5-4AB7-BE15-C25C809DA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51400" y="1245276"/>
              <a:ext cx="7670800" cy="646347"/>
            </a:xfrm>
            <a:prstGeom prst="rect">
              <a:avLst/>
            </a:prstGeom>
          </p:spPr>
        </p:pic>
        <p:pic>
          <p:nvPicPr>
            <p:cNvPr id="20" name="Picture 10">
              <a:extLst>
                <a:ext uri="{FF2B5EF4-FFF2-40B4-BE49-F238E27FC236}">
                  <a16:creationId xmlns:a16="http://schemas.microsoft.com/office/drawing/2014/main" id="{C23CEFD3-06B0-46D0-9BA5-2F717EA44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52000" y="2031536"/>
              <a:ext cx="3530600" cy="283177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006D9EC2-EF1A-4F35-A92F-42934D4D56FB}"/>
                </a:ext>
              </a:extLst>
            </p:cNvPr>
            <p:cNvSpPr/>
            <p:nvPr/>
          </p:nvSpPr>
          <p:spPr>
            <a:xfrm>
              <a:off x="4715257" y="2311200"/>
              <a:ext cx="9132243" cy="37939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ko-KR" sz="3600" b="1" dirty="0">
                  <a:latin typeface="+mj-ea"/>
                </a:rPr>
                <a:t>1. </a:t>
              </a:r>
              <a:r>
                <a:rPr lang="ko-KR" altLang="en-US" sz="3600" b="1" dirty="0">
                  <a:latin typeface="+mj-ea"/>
                </a:rPr>
                <a:t>디지털 입력 명세서 </a:t>
              </a:r>
              <a:r>
                <a:rPr lang="en-US" altLang="ko-KR" sz="3600" b="1" dirty="0">
                  <a:latin typeface="+mj-ea"/>
                </a:rPr>
                <a:t>(Digital Input: 16</a:t>
              </a:r>
              <a:r>
                <a:rPr lang="ko-KR" altLang="en-US" sz="3600" b="1" dirty="0">
                  <a:latin typeface="+mj-ea"/>
                </a:rPr>
                <a:t>점</a:t>
              </a:r>
              <a:r>
                <a:rPr lang="en-US" altLang="ko-KR" sz="3600" b="1" dirty="0">
                  <a:latin typeface="+mj-ea"/>
                </a:rPr>
                <a:t>)</a:t>
              </a:r>
              <a:endParaRPr lang="en-US" altLang="ko-KR" sz="3600" b="1" dirty="0">
                <a:latin typeface="+mj-ea"/>
                <a:ea typeface="+mj-ea"/>
              </a:endParaRPr>
            </a:p>
            <a:p>
              <a:pPr marL="1200150" lvl="1" indent="-742950">
                <a:lnSpc>
                  <a:spcPct val="200000"/>
                </a:lnSpc>
                <a:buFont typeface="+mj-lt"/>
                <a:buAutoNum type="arabicParenR"/>
              </a:pPr>
              <a:r>
                <a:rPr lang="en-US" altLang="ko-KR" sz="3600" b="1" dirty="0">
                  <a:latin typeface="+mj-ea"/>
                </a:rPr>
                <a:t>PLC </a:t>
              </a:r>
              <a:r>
                <a:rPr lang="ko-KR" altLang="en-US" sz="3600" b="1" dirty="0">
                  <a:latin typeface="+mj-ea"/>
                </a:rPr>
                <a:t>주소</a:t>
              </a:r>
              <a:r>
                <a:rPr lang="en-US" altLang="ko-KR" sz="3600" b="1" dirty="0">
                  <a:latin typeface="+mj-ea"/>
                </a:rPr>
                <a:t>: P00000 ~ P0000F</a:t>
              </a:r>
            </a:p>
            <a:p>
              <a:pPr marL="1200150" lvl="1" indent="-742950">
                <a:lnSpc>
                  <a:spcPct val="200000"/>
                </a:lnSpc>
                <a:buFont typeface="+mj-lt"/>
                <a:buAutoNum type="arabicParenR"/>
              </a:pPr>
              <a:r>
                <a:rPr lang="ko-KR" altLang="en-US" sz="3600" b="1" dirty="0">
                  <a:latin typeface="+mj-ea"/>
                </a:rPr>
                <a:t>신호 방식</a:t>
              </a:r>
              <a:r>
                <a:rPr lang="en-US" altLang="ko-KR" sz="3600" b="1" dirty="0">
                  <a:latin typeface="+mj-ea"/>
                </a:rPr>
                <a:t>: DC 24V Sink/Source </a:t>
              </a:r>
              <a:r>
                <a:rPr lang="ko-KR" altLang="en-US" sz="3600" b="1" dirty="0">
                  <a:latin typeface="+mj-ea"/>
                </a:rPr>
                <a:t>타입</a:t>
              </a:r>
              <a:br>
                <a:rPr lang="en-US" altLang="ko-KR" sz="3600" b="1" dirty="0">
                  <a:latin typeface="+mj-ea"/>
                </a:rPr>
              </a:br>
              <a:endParaRPr lang="ko-KR" altLang="en-US" sz="3600" b="1" dirty="0">
                <a:latin typeface="+mj-ea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FBF423F2-87D8-42D5-9371-2564BE42F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4059969"/>
              </p:ext>
            </p:extLst>
          </p:nvPr>
        </p:nvGraphicFramePr>
        <p:xfrm>
          <a:off x="2857499" y="2349500"/>
          <a:ext cx="12573001" cy="77038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8650">
                  <a:extLst>
                    <a:ext uri="{9D8B030D-6E8A-4147-A177-3AD203B41FA5}">
                      <a16:colId xmlns:a16="http://schemas.microsoft.com/office/drawing/2014/main" val="3184696994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1608182074"/>
                    </a:ext>
                  </a:extLst>
                </a:gridCol>
                <a:gridCol w="1493044">
                  <a:extLst>
                    <a:ext uri="{9D8B030D-6E8A-4147-A177-3AD203B41FA5}">
                      <a16:colId xmlns:a16="http://schemas.microsoft.com/office/drawing/2014/main" val="3863529746"/>
                    </a:ext>
                  </a:extLst>
                </a:gridCol>
                <a:gridCol w="5003007">
                  <a:extLst>
                    <a:ext uri="{9D8B030D-6E8A-4147-A177-3AD203B41FA5}">
                      <a16:colId xmlns:a16="http://schemas.microsoft.com/office/drawing/2014/main" val="280800268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1307476028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38223602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effectLst/>
                        </a:rPr>
                        <a:t>No.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effectLst/>
                        </a:rPr>
                        <a:t>PLC P</a:t>
                      </a:r>
                      <a:r>
                        <a:rPr lang="ko-KR" altLang="en-US" sz="1800" b="1" dirty="0">
                          <a:effectLst/>
                        </a:rPr>
                        <a:t>주소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 dirty="0">
                          <a:effectLst/>
                        </a:rPr>
                        <a:t>태그명 </a:t>
                      </a:r>
                      <a:r>
                        <a:rPr lang="en-US" altLang="ko-KR" sz="1800" b="1" dirty="0">
                          <a:effectLst/>
                        </a:rPr>
                        <a:t>(</a:t>
                      </a:r>
                      <a:r>
                        <a:rPr lang="en-US" sz="1800" b="1" dirty="0">
                          <a:effectLst/>
                        </a:rPr>
                        <a:t>Symbol)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800" b="1" dirty="0">
                          <a:effectLst/>
                        </a:rPr>
                        <a:t>연결 장치 </a:t>
                      </a:r>
                      <a:r>
                        <a:rPr lang="en-US" altLang="ko-KR" sz="1800" b="1" dirty="0">
                          <a:effectLst/>
                        </a:rPr>
                        <a:t>/ </a:t>
                      </a:r>
                      <a:r>
                        <a:rPr lang="ko-KR" altLang="en-US" sz="1800" b="1" dirty="0">
                          <a:effectLst/>
                        </a:rPr>
                        <a:t>센서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 dirty="0">
                          <a:effectLst/>
                        </a:rPr>
                        <a:t>접점 방식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800" b="1" dirty="0">
                          <a:effectLst/>
                        </a:rPr>
                        <a:t>비고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566822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</a:rPr>
                        <a:t>P00000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1395050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</a:rPr>
                        <a:t>P00001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</a:rPr>
                        <a:t>PB1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800" dirty="0">
                          <a:effectLst/>
                        </a:rPr>
                        <a:t>신호등 운용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</a:rPr>
                        <a:t>NO (A</a:t>
                      </a:r>
                      <a:r>
                        <a:rPr lang="ko-KR" altLang="en-US" sz="1800" dirty="0">
                          <a:effectLst/>
                        </a:rPr>
                        <a:t>접점</a:t>
                      </a:r>
                      <a:r>
                        <a:rPr lang="en-US" altLang="ko-KR" sz="1800" dirty="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ESP 4ch</a:t>
                      </a:r>
                      <a:r>
                        <a:rPr lang="ko-KR" altLang="en-US" sz="1800" dirty="0">
                          <a:effectLst/>
                        </a:rPr>
                        <a:t>릴레이</a:t>
                      </a:r>
                      <a:endParaRPr lang="en-US" altLang="ko-KR" sz="1800" dirty="0">
                        <a:effectLst/>
                      </a:endParaRPr>
                    </a:p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K1 NO (A</a:t>
                      </a:r>
                      <a:r>
                        <a:rPr lang="ko-KR" altLang="en-US" sz="1800" dirty="0">
                          <a:effectLst/>
                        </a:rPr>
                        <a:t>접점</a:t>
                      </a:r>
                      <a:r>
                        <a:rPr lang="en-US" altLang="ko-KR" sz="1800" dirty="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7153346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</a:rPr>
                        <a:t>P00002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9879966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</a:rPr>
                        <a:t>P00003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</a:rPr>
                        <a:t>PB2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800" dirty="0">
                          <a:effectLst/>
                        </a:rPr>
                        <a:t>점멸등 운용</a:t>
                      </a:r>
                      <a:r>
                        <a:rPr lang="en-US" altLang="ko-KR" sz="1800" dirty="0">
                          <a:effectLst/>
                        </a:rPr>
                        <a:t>,</a:t>
                      </a:r>
                      <a:r>
                        <a:rPr lang="ko-KR" altLang="en-US" sz="1800" dirty="0">
                          <a:effectLst/>
                        </a:rPr>
                        <a:t> 시퀀스 초기화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NC (B</a:t>
                      </a:r>
                      <a:r>
                        <a:rPr lang="ko-KR" altLang="en-US" sz="1800" dirty="0">
                          <a:effectLst/>
                        </a:rPr>
                        <a:t>접점</a:t>
                      </a:r>
                      <a:r>
                        <a:rPr lang="en-US" altLang="ko-KR" sz="1800" dirty="0">
                          <a:effectLst/>
                        </a:rPr>
                        <a:t>) &amp;</a:t>
                      </a:r>
                      <a:br>
                        <a:rPr lang="en-US" altLang="ko-KR" sz="1800" dirty="0">
                          <a:effectLst/>
                        </a:rPr>
                      </a:br>
                      <a:r>
                        <a:rPr lang="en-US" altLang="ko-KR" sz="1800" dirty="0">
                          <a:effectLst/>
                        </a:rPr>
                        <a:t>NO (A</a:t>
                      </a:r>
                      <a:r>
                        <a:rPr lang="ko-KR" altLang="en-US" sz="1800" dirty="0">
                          <a:effectLst/>
                        </a:rPr>
                        <a:t>접점</a:t>
                      </a:r>
                      <a:r>
                        <a:rPr lang="en-US" altLang="ko-KR" sz="1800" dirty="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ESP 4ch</a:t>
                      </a:r>
                      <a:r>
                        <a:rPr lang="ko-KR" altLang="en-US" sz="1800" dirty="0">
                          <a:effectLst/>
                        </a:rPr>
                        <a:t>릴레이</a:t>
                      </a:r>
                      <a:endParaRPr lang="en-US" altLang="ko-KR" sz="1800" dirty="0">
                        <a:effectLst/>
                      </a:endParaRPr>
                    </a:p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K2 NO (A</a:t>
                      </a:r>
                      <a:r>
                        <a:rPr lang="ko-KR" altLang="en-US" sz="1800" dirty="0">
                          <a:effectLst/>
                        </a:rPr>
                        <a:t>접점</a:t>
                      </a:r>
                      <a:r>
                        <a:rPr lang="en-US" altLang="ko-KR" sz="1800" dirty="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103069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</a:rPr>
                        <a:t>P00004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725317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6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</a:rPr>
                        <a:t>P00005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4083180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7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</a:rPr>
                        <a:t>P00006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179575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8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</a:rPr>
                        <a:t>P00007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117328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9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</a:rPr>
                        <a:t>P00008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1491708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10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</a:rPr>
                        <a:t>P00009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</a:rPr>
                        <a:t>EMG_Input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Capacitive </a:t>
                      </a:r>
                      <a:r>
                        <a:rPr lang="ko-KR" altLang="en-US" sz="1800" dirty="0">
                          <a:effectLst/>
                        </a:rPr>
                        <a:t>센서 동작 시</a:t>
                      </a:r>
                      <a:r>
                        <a:rPr lang="en-US" altLang="ko-KR" sz="1800" dirty="0">
                          <a:effectLst/>
                        </a:rPr>
                        <a:t> P0002C </a:t>
                      </a:r>
                      <a:r>
                        <a:rPr lang="ko-KR" altLang="en-US" sz="1800" dirty="0">
                          <a:effectLst/>
                        </a:rPr>
                        <a:t>출력</a:t>
                      </a:r>
                      <a:r>
                        <a:rPr lang="en-US" altLang="ko-KR" sz="1800" dirty="0">
                          <a:effectLst/>
                        </a:rPr>
                        <a:t>,</a:t>
                      </a:r>
                    </a:p>
                    <a:p>
                      <a:pPr algn="l"/>
                      <a:r>
                        <a:rPr lang="ko-KR" altLang="en-US" sz="1800" dirty="0">
                          <a:effectLst/>
                        </a:rPr>
                        <a:t>신호등 시퀀스 초기화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59658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11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</a:rPr>
                        <a:t>P0000A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15646747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12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</a:rPr>
                        <a:t>P0000B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4181437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13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</a:rPr>
                        <a:t>P0000C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1992465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14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</a:rPr>
                        <a:t>P0000D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094439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15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</a:rPr>
                        <a:t>P0000E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5823492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16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</a:rPr>
                        <a:t>P0000F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800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445845795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88BB4573-1EBA-4655-AAA1-98F1EDD646EC}"/>
              </a:ext>
            </a:extLst>
          </p:cNvPr>
          <p:cNvSpPr/>
          <p:nvPr/>
        </p:nvSpPr>
        <p:spPr>
          <a:xfrm>
            <a:off x="1256400" y="1256400"/>
            <a:ext cx="92583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3600" b="1" dirty="0">
                <a:latin typeface="+mj-ea"/>
              </a:rPr>
              <a:t>1. </a:t>
            </a:r>
            <a:r>
              <a:rPr lang="ko-KR" altLang="en-US" sz="3600" b="1" dirty="0">
                <a:latin typeface="+mj-ea"/>
              </a:rPr>
              <a:t>디지털 입력 명세서 </a:t>
            </a:r>
            <a:r>
              <a:rPr lang="en-US" altLang="ko-KR" sz="3600" b="1" dirty="0">
                <a:latin typeface="+mj-ea"/>
              </a:rPr>
              <a:t>(Digital Input: 16</a:t>
            </a:r>
            <a:r>
              <a:rPr lang="ko-KR" altLang="en-US" sz="3600" b="1" dirty="0">
                <a:latin typeface="+mj-ea"/>
              </a:rPr>
              <a:t>점</a:t>
            </a:r>
            <a:r>
              <a:rPr lang="en-US" altLang="ko-KR" sz="3600" b="1" dirty="0">
                <a:latin typeface="+mj-ea"/>
              </a:rPr>
              <a:t>)</a:t>
            </a:r>
            <a:endParaRPr lang="ko-KR" altLang="en-US" sz="360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286148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BA56C76B-5C7B-4BA1-93D1-62DC4E9E78F6}"/>
              </a:ext>
            </a:extLst>
          </p:cNvPr>
          <p:cNvGrpSpPr/>
          <p:nvPr/>
        </p:nvGrpSpPr>
        <p:grpSpPr>
          <a:xfrm>
            <a:off x="2045825" y="2713545"/>
            <a:ext cx="14196350" cy="4859911"/>
            <a:chOff x="1152000" y="1245276"/>
            <a:chExt cx="14196350" cy="4859911"/>
          </a:xfrm>
        </p:grpSpPr>
        <p:pic>
          <p:nvPicPr>
            <p:cNvPr id="19" name="Picture 9">
              <a:extLst>
                <a:ext uri="{FF2B5EF4-FFF2-40B4-BE49-F238E27FC236}">
                  <a16:creationId xmlns:a16="http://schemas.microsoft.com/office/drawing/2014/main" id="{6FF2F995-B3B5-4AB7-BE15-C25C809DA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51400" y="1245276"/>
              <a:ext cx="7670800" cy="646347"/>
            </a:xfrm>
            <a:prstGeom prst="rect">
              <a:avLst/>
            </a:prstGeom>
          </p:spPr>
        </p:pic>
        <p:pic>
          <p:nvPicPr>
            <p:cNvPr id="20" name="Picture 10">
              <a:extLst>
                <a:ext uri="{FF2B5EF4-FFF2-40B4-BE49-F238E27FC236}">
                  <a16:creationId xmlns:a16="http://schemas.microsoft.com/office/drawing/2014/main" id="{C23CEFD3-06B0-46D0-9BA5-2F717EA44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52000" y="2031536"/>
              <a:ext cx="3530600" cy="283177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006D9EC2-EF1A-4F35-A92F-42934D4D56FB}"/>
                </a:ext>
              </a:extLst>
            </p:cNvPr>
            <p:cNvSpPr/>
            <p:nvPr/>
          </p:nvSpPr>
          <p:spPr>
            <a:xfrm>
              <a:off x="4715257" y="2311200"/>
              <a:ext cx="10633093" cy="37939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ko-KR" sz="3600" b="1" dirty="0">
                  <a:latin typeface="+mj-ea"/>
                </a:rPr>
                <a:t>2. </a:t>
              </a:r>
              <a:r>
                <a:rPr lang="ko-KR" altLang="en-US" sz="3600" b="1" dirty="0">
                  <a:latin typeface="+mj-ea"/>
                </a:rPr>
                <a:t>디지털 출력 명세서 </a:t>
              </a:r>
              <a:r>
                <a:rPr lang="en-US" altLang="ko-KR" sz="3600" b="1" dirty="0">
                  <a:latin typeface="+mj-ea"/>
                </a:rPr>
                <a:t>(Digital Output: 16</a:t>
              </a:r>
              <a:r>
                <a:rPr lang="ko-KR" altLang="en-US" sz="3600" b="1" dirty="0">
                  <a:latin typeface="+mj-ea"/>
                </a:rPr>
                <a:t>점</a:t>
              </a:r>
              <a:r>
                <a:rPr lang="en-US" altLang="ko-KR" sz="3600" b="1" dirty="0">
                  <a:latin typeface="+mj-ea"/>
                </a:rPr>
                <a:t>)</a:t>
              </a:r>
            </a:p>
            <a:p>
              <a:pPr marL="1200150" lvl="1" indent="-742950">
                <a:lnSpc>
                  <a:spcPct val="200000"/>
                </a:lnSpc>
                <a:buFont typeface="+mj-lt"/>
                <a:buAutoNum type="arabicParenR"/>
              </a:pPr>
              <a:r>
                <a:rPr lang="en-US" altLang="ko-KR" sz="3600" b="1" dirty="0">
                  <a:latin typeface="+mj-ea"/>
                </a:rPr>
                <a:t>PLC </a:t>
              </a:r>
              <a:r>
                <a:rPr lang="ko-KR" altLang="en-US" sz="3600" b="1" dirty="0">
                  <a:latin typeface="+mj-ea"/>
                </a:rPr>
                <a:t>주소</a:t>
              </a:r>
              <a:r>
                <a:rPr lang="en-US" altLang="ko-KR" sz="3600" b="1" dirty="0">
                  <a:latin typeface="+mj-ea"/>
                </a:rPr>
                <a:t>: P00020 ~ P0002F</a:t>
              </a:r>
            </a:p>
            <a:p>
              <a:pPr marL="1200150" lvl="1" indent="-742950">
                <a:lnSpc>
                  <a:spcPct val="200000"/>
                </a:lnSpc>
                <a:buFont typeface="+mj-lt"/>
                <a:buAutoNum type="arabicParenR"/>
              </a:pPr>
              <a:r>
                <a:rPr lang="ko-KR" altLang="en-US" sz="3600" b="1" dirty="0">
                  <a:latin typeface="+mj-ea"/>
                </a:rPr>
                <a:t>신호 방식</a:t>
              </a:r>
              <a:r>
                <a:rPr lang="en-US" altLang="ko-KR" sz="3600" b="1" dirty="0">
                  <a:latin typeface="+mj-ea"/>
                </a:rPr>
                <a:t>: </a:t>
              </a:r>
              <a:r>
                <a:rPr lang="ko-KR" altLang="en-US" sz="3600" b="1" dirty="0">
                  <a:latin typeface="+mj-ea"/>
                </a:rPr>
                <a:t>릴레이 출력 </a:t>
              </a:r>
              <a:r>
                <a:rPr lang="en-US" altLang="ko-KR" sz="3600" b="1" dirty="0">
                  <a:latin typeface="+mj-ea"/>
                </a:rPr>
                <a:t>(</a:t>
              </a:r>
              <a:r>
                <a:rPr lang="ko-KR" altLang="en-US" sz="3600" b="1" dirty="0">
                  <a:latin typeface="+mj-ea"/>
                </a:rPr>
                <a:t>접점 정격</a:t>
              </a:r>
              <a:r>
                <a:rPr lang="en-US" altLang="ko-KR" sz="3600" b="1" dirty="0">
                  <a:latin typeface="+mj-ea"/>
                </a:rPr>
                <a:t>: AC 250V)</a:t>
              </a:r>
            </a:p>
            <a:p>
              <a:pPr marL="1200150" lvl="1" indent="-742950">
                <a:lnSpc>
                  <a:spcPct val="200000"/>
                </a:lnSpc>
                <a:buFont typeface="+mj-lt"/>
                <a:buAutoNum type="arabicParenR"/>
              </a:pPr>
              <a:r>
                <a:rPr lang="en-US" altLang="ko-KR" sz="3600" b="1" dirty="0">
                  <a:latin typeface="+mj-ea"/>
                </a:rPr>
                <a:t>COM </a:t>
              </a:r>
              <a:r>
                <a:rPr lang="ko-KR" altLang="en-US" sz="3600" b="1" dirty="0">
                  <a:latin typeface="+mj-ea"/>
                </a:rPr>
                <a:t>그룹</a:t>
              </a:r>
              <a:r>
                <a:rPr lang="en-US" altLang="ko-KR" sz="3600" b="1" dirty="0">
                  <a:latin typeface="+mj-ea"/>
                </a:rPr>
                <a:t>: COM0 ~ COM3 (AC 220V </a:t>
              </a:r>
              <a:r>
                <a:rPr lang="ko-KR" altLang="en-US" sz="3600" b="1" dirty="0">
                  <a:latin typeface="+mj-ea"/>
                </a:rPr>
                <a:t>부하</a:t>
              </a:r>
              <a:r>
                <a:rPr lang="en-US" altLang="ko-KR" sz="3600" b="1" dirty="0">
                  <a:latin typeface="+mj-ea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6870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639F24B6-B53B-4F4B-B417-924766A6CF30}"/>
              </a:ext>
            </a:extLst>
          </p:cNvPr>
          <p:cNvSpPr/>
          <p:nvPr/>
        </p:nvSpPr>
        <p:spPr>
          <a:xfrm>
            <a:off x="1256400" y="1256400"/>
            <a:ext cx="9564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3600" b="1" dirty="0">
                <a:latin typeface="+mj-ea"/>
              </a:rPr>
              <a:t>2. </a:t>
            </a:r>
            <a:r>
              <a:rPr lang="ko-KR" altLang="en-US" sz="3600" b="1" dirty="0">
                <a:latin typeface="+mj-ea"/>
              </a:rPr>
              <a:t>디지털 출력 명세서 </a:t>
            </a:r>
            <a:r>
              <a:rPr lang="en-US" altLang="ko-KR" sz="3600" b="1" dirty="0">
                <a:latin typeface="+mj-ea"/>
              </a:rPr>
              <a:t>(Digital Output: 16</a:t>
            </a:r>
            <a:r>
              <a:rPr lang="ko-KR" altLang="en-US" sz="3600" b="1" dirty="0">
                <a:latin typeface="+mj-ea"/>
              </a:rPr>
              <a:t>점</a:t>
            </a:r>
            <a:r>
              <a:rPr lang="en-US" altLang="ko-KR" sz="3600" b="1" dirty="0">
                <a:latin typeface="+mj-ea"/>
              </a:rPr>
              <a:t>)</a:t>
            </a:r>
            <a:endParaRPr lang="ko-KR" altLang="en-US" sz="3600" b="1" dirty="0">
              <a:latin typeface="+mj-ea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2F27CF9A-90CC-4922-8E24-2D00D46C2B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0779721"/>
              </p:ext>
            </p:extLst>
          </p:nvPr>
        </p:nvGraphicFramePr>
        <p:xfrm>
          <a:off x="2857499" y="2349500"/>
          <a:ext cx="12573001" cy="7165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8650">
                  <a:extLst>
                    <a:ext uri="{9D8B030D-6E8A-4147-A177-3AD203B41FA5}">
                      <a16:colId xmlns:a16="http://schemas.microsoft.com/office/drawing/2014/main" val="3184696994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1608182074"/>
                    </a:ext>
                  </a:extLst>
                </a:gridCol>
                <a:gridCol w="1493044">
                  <a:extLst>
                    <a:ext uri="{9D8B030D-6E8A-4147-A177-3AD203B41FA5}">
                      <a16:colId xmlns:a16="http://schemas.microsoft.com/office/drawing/2014/main" val="3863529746"/>
                    </a:ext>
                  </a:extLst>
                </a:gridCol>
                <a:gridCol w="5650707">
                  <a:extLst>
                    <a:ext uri="{9D8B030D-6E8A-4147-A177-3AD203B41FA5}">
                      <a16:colId xmlns:a16="http://schemas.microsoft.com/office/drawing/2014/main" val="280800268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1307476028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38223602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effectLst/>
                        </a:rPr>
                        <a:t>No.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effectLst/>
                        </a:rPr>
                        <a:t>PLC P</a:t>
                      </a:r>
                      <a:r>
                        <a:rPr lang="ko-KR" altLang="en-US" b="1" dirty="0">
                          <a:effectLst/>
                        </a:rPr>
                        <a:t>주소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>
                          <a:effectLst/>
                        </a:rPr>
                        <a:t>태그명 </a:t>
                      </a:r>
                      <a:r>
                        <a:rPr lang="en-US" altLang="ko-KR" b="1" dirty="0">
                          <a:effectLst/>
                        </a:rPr>
                        <a:t>(</a:t>
                      </a:r>
                      <a:r>
                        <a:rPr lang="en-US" b="1" dirty="0">
                          <a:effectLst/>
                        </a:rPr>
                        <a:t>Symbol)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b="1" dirty="0">
                          <a:effectLst/>
                        </a:rPr>
                        <a:t>구동 대상 </a:t>
                      </a:r>
                      <a:r>
                        <a:rPr lang="en-US" altLang="ko-KR" b="1" dirty="0">
                          <a:effectLst/>
                        </a:rPr>
                        <a:t>(</a:t>
                      </a:r>
                      <a:r>
                        <a:rPr lang="en-US" b="1" dirty="0">
                          <a:effectLst/>
                        </a:rPr>
                        <a:t>Actuator)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>
                          <a:effectLst/>
                        </a:rPr>
                        <a:t>전원</a:t>
                      </a:r>
                      <a:r>
                        <a:rPr lang="en-US" altLang="ko-KR" b="1" dirty="0">
                          <a:effectLst/>
                        </a:rPr>
                        <a:t>/</a:t>
                      </a:r>
                      <a:r>
                        <a:rPr lang="ko-KR" altLang="en-US" b="1" dirty="0">
                          <a:effectLst/>
                        </a:rPr>
                        <a:t>공통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>
                          <a:effectLst/>
                        </a:rPr>
                        <a:t>비고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566822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1</a:t>
                      </a:r>
                      <a:endParaRPr lang="en-US" altLang="ko-KR" dirty="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P00020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RL_C1</a:t>
                      </a:r>
                    </a:p>
                  </a:txBody>
                  <a:tcPr marL="123825" marR="123825" marT="57150" marB="57150" anchor="ctr"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>
                          <a:effectLst/>
                        </a:rPr>
                        <a:t>TB1 </a:t>
                      </a:r>
                      <a:r>
                        <a:rPr lang="ko-KR" altLang="en-US">
                          <a:effectLst/>
                        </a:rPr>
                        <a:t>신호등 </a:t>
                      </a:r>
                      <a:r>
                        <a:rPr lang="ko-KR" altLang="en-US">
                          <a:solidFill>
                            <a:srgbClr val="FF0000"/>
                          </a:solidFill>
                          <a:effectLst/>
                        </a:rPr>
                        <a:t>적색 램프</a:t>
                      </a:r>
                      <a:endParaRPr lang="ko-KR" altLang="en-US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123825" marR="123825" marT="57150" marB="5715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AC 220V (COM0)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5050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P00021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GL_C1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>
                          <a:effectLst/>
                        </a:rPr>
                        <a:t>TB1 </a:t>
                      </a:r>
                      <a:r>
                        <a:rPr lang="ko-KR" altLang="en-US">
                          <a:effectLst/>
                        </a:rPr>
                        <a:t>신호등 </a:t>
                      </a:r>
                      <a:r>
                        <a:rPr lang="ko-KR" altLang="en-US">
                          <a:solidFill>
                            <a:srgbClr val="00B050"/>
                          </a:solidFill>
                          <a:effectLst/>
                        </a:rPr>
                        <a:t>녹색 램프</a:t>
                      </a:r>
                      <a:endParaRPr lang="ko-KR" altLang="en-US" dirty="0">
                        <a:solidFill>
                          <a:srgbClr val="00B050"/>
                        </a:solidFill>
                        <a:effectLst/>
                      </a:endParaRPr>
                    </a:p>
                  </a:txBody>
                  <a:tcPr marL="123825" marR="123825" marT="57150" marB="5715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AC 220V (COM0)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3346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P00022</a:t>
                      </a:r>
                    </a:p>
                  </a:txBody>
                  <a:tcPr marL="123825" marR="123825" marT="57150" marB="57150" anchor="ctr"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YL_C1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>
                          <a:effectLst/>
                        </a:rPr>
                        <a:t>TB1 </a:t>
                      </a:r>
                      <a:r>
                        <a:rPr lang="ko-KR" altLang="en-US">
                          <a:effectLst/>
                        </a:rPr>
                        <a:t>신호등 </a:t>
                      </a:r>
                      <a:r>
                        <a:rPr lang="ko-KR" altLang="en-US">
                          <a:solidFill>
                            <a:srgbClr val="A86C00"/>
                          </a:solidFill>
                          <a:effectLst/>
                        </a:rPr>
                        <a:t>황색 램프</a:t>
                      </a:r>
                      <a:endParaRPr lang="ko-KR" altLang="en-US" dirty="0">
                        <a:solidFill>
                          <a:srgbClr val="A86C00"/>
                        </a:solidFill>
                        <a:effectLst/>
                      </a:endParaRPr>
                    </a:p>
                  </a:txBody>
                  <a:tcPr marL="123825" marR="123825" marT="57150" marB="5715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AC 220V (COM0)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79966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4</a:t>
                      </a:r>
                      <a:endParaRPr lang="en-US" altLang="ko-KR" dirty="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P00023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RL_C2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>
                          <a:effectLst/>
                        </a:rPr>
                        <a:t>TB2 </a:t>
                      </a:r>
                      <a:r>
                        <a:rPr lang="ko-KR" altLang="en-US">
                          <a:effectLst/>
                        </a:rPr>
                        <a:t>신호등 </a:t>
                      </a:r>
                      <a:r>
                        <a:rPr lang="ko-KR" altLang="en-US">
                          <a:solidFill>
                            <a:srgbClr val="FF0000"/>
                          </a:solidFill>
                          <a:effectLst/>
                        </a:rPr>
                        <a:t>적색 램프</a:t>
                      </a:r>
                      <a:endParaRPr lang="ko-KR" altLang="en-US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123825" marR="123825" marT="57150" marB="5715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AC 220V (COM0)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-</a:t>
                      </a:r>
                      <a:endParaRPr lang="en-US" altLang="ko-KR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069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P00024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GL_C2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>
                          <a:effectLst/>
                        </a:rPr>
                        <a:t>TB2 </a:t>
                      </a:r>
                      <a:r>
                        <a:rPr lang="ko-KR" altLang="en-US">
                          <a:effectLst/>
                        </a:rPr>
                        <a:t>신호등 </a:t>
                      </a:r>
                      <a:r>
                        <a:rPr lang="ko-KR" altLang="en-US">
                          <a:solidFill>
                            <a:srgbClr val="00B050"/>
                          </a:solidFill>
                          <a:effectLst/>
                        </a:rPr>
                        <a:t>녹색 램프</a:t>
                      </a:r>
                      <a:endParaRPr lang="ko-KR" altLang="en-US" dirty="0">
                        <a:solidFill>
                          <a:srgbClr val="00B050"/>
                        </a:solidFill>
                        <a:effectLst/>
                      </a:endParaRPr>
                    </a:p>
                  </a:txBody>
                  <a:tcPr marL="123825" marR="123825" marT="57150" marB="5715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AC 220V (COM1)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5317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6</a:t>
                      </a:r>
                    </a:p>
                  </a:txBody>
                  <a:tcPr marL="123825" marR="123825" marT="57150" marB="5715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P00025</a:t>
                      </a:r>
                    </a:p>
                  </a:txBody>
                  <a:tcPr marL="123825" marR="123825" marT="57150" marB="5715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YL_C2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>
                          <a:effectLst/>
                        </a:rPr>
                        <a:t>TB2 </a:t>
                      </a:r>
                      <a:r>
                        <a:rPr lang="ko-KR" altLang="en-US">
                          <a:effectLst/>
                        </a:rPr>
                        <a:t>신호등 </a:t>
                      </a:r>
                      <a:r>
                        <a:rPr lang="ko-KR" altLang="en-US">
                          <a:solidFill>
                            <a:srgbClr val="A86C00"/>
                          </a:solidFill>
                          <a:effectLst/>
                        </a:rPr>
                        <a:t>황색 램프</a:t>
                      </a:r>
                      <a:endParaRPr lang="ko-KR" altLang="en-US" dirty="0">
                        <a:solidFill>
                          <a:srgbClr val="A86C00"/>
                        </a:solidFill>
                        <a:effectLst/>
                      </a:endParaRPr>
                    </a:p>
                  </a:txBody>
                  <a:tcPr marL="123825" marR="123825" marT="57150" marB="5715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AC 220V (COM1)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-</a:t>
                      </a:r>
                      <a:endParaRPr lang="en-US" altLang="ko-KR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180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7</a:t>
                      </a:r>
                      <a:endParaRPr lang="en-US" altLang="ko-KR" dirty="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P00026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RL_C3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>
                          <a:effectLst/>
                        </a:rPr>
                        <a:t>TB3 </a:t>
                      </a:r>
                      <a:r>
                        <a:rPr lang="ko-KR" altLang="en-US">
                          <a:effectLst/>
                        </a:rPr>
                        <a:t>신호등 </a:t>
                      </a:r>
                      <a:r>
                        <a:rPr lang="ko-KR" altLang="en-US">
                          <a:solidFill>
                            <a:srgbClr val="FF0000"/>
                          </a:solidFill>
                          <a:effectLst/>
                        </a:rPr>
                        <a:t>적색 램프</a:t>
                      </a:r>
                      <a:endParaRPr lang="ko-KR" altLang="en-US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123825" marR="123825" marT="57150" marB="5715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AC 220V (COM1)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575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8</a:t>
                      </a:r>
                    </a:p>
                  </a:txBody>
                  <a:tcPr marL="123825" marR="123825" marT="57150" marB="57150" anchor="ctr"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P00027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GL_C3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>
                          <a:effectLst/>
                        </a:rPr>
                        <a:t>TB3 </a:t>
                      </a:r>
                      <a:r>
                        <a:rPr lang="ko-KR" altLang="en-US">
                          <a:effectLst/>
                        </a:rPr>
                        <a:t>신호등 </a:t>
                      </a:r>
                      <a:r>
                        <a:rPr lang="ko-KR" altLang="en-US">
                          <a:solidFill>
                            <a:srgbClr val="00B050"/>
                          </a:solidFill>
                          <a:effectLst/>
                        </a:rPr>
                        <a:t>녹색 램프</a:t>
                      </a:r>
                      <a:endParaRPr lang="ko-KR" altLang="en-US" dirty="0">
                        <a:solidFill>
                          <a:srgbClr val="00B050"/>
                        </a:solidFill>
                        <a:effectLst/>
                      </a:endParaRPr>
                    </a:p>
                  </a:txBody>
                  <a:tcPr marL="123825" marR="123825" marT="57150" marB="5715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AC 220V (COM1)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7328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9</a:t>
                      </a:r>
                    </a:p>
                  </a:txBody>
                  <a:tcPr marL="123825" marR="123825" marT="57150" marB="57150" anchor="ctr"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P00028</a:t>
                      </a:r>
                    </a:p>
                  </a:txBody>
                  <a:tcPr marL="123825" marR="123825" marT="57150" marB="57150" anchor="ctr"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YL_C3</a:t>
                      </a:r>
                    </a:p>
                  </a:txBody>
                  <a:tcPr marL="123825" marR="123825" marT="57150" marB="57150" anchor="ctr"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>
                          <a:effectLst/>
                        </a:rPr>
                        <a:t>TB3 </a:t>
                      </a:r>
                      <a:r>
                        <a:rPr lang="ko-KR" altLang="en-US">
                          <a:effectLst/>
                        </a:rPr>
                        <a:t>신호등 </a:t>
                      </a:r>
                      <a:r>
                        <a:rPr lang="ko-KR" altLang="en-US">
                          <a:solidFill>
                            <a:srgbClr val="A86C00"/>
                          </a:solidFill>
                          <a:effectLst/>
                        </a:rPr>
                        <a:t>황색 램프</a:t>
                      </a:r>
                      <a:endParaRPr lang="ko-KR" altLang="en-US" dirty="0">
                        <a:solidFill>
                          <a:srgbClr val="A86C00"/>
                        </a:solidFill>
                        <a:effectLst/>
                      </a:endParaRPr>
                    </a:p>
                  </a:txBody>
                  <a:tcPr marL="123825" marR="123825" marT="57150" marB="5715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AC 220V (COM2)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-</a:t>
                      </a:r>
                      <a:endParaRPr lang="en-US" altLang="ko-KR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1708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10</a:t>
                      </a:r>
                    </a:p>
                  </a:txBody>
                  <a:tcPr marL="123825" marR="123825" marT="57150" marB="5715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P00029</a:t>
                      </a:r>
                    </a:p>
                  </a:txBody>
                  <a:tcPr marL="123825" marR="123825" marT="57150" marB="5715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RL_C4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>
                          <a:effectLst/>
                        </a:rPr>
                        <a:t>TB4 </a:t>
                      </a:r>
                      <a:r>
                        <a:rPr lang="ko-KR" altLang="en-US">
                          <a:effectLst/>
                        </a:rPr>
                        <a:t>신호등 </a:t>
                      </a:r>
                      <a:r>
                        <a:rPr lang="ko-KR" altLang="en-US">
                          <a:solidFill>
                            <a:srgbClr val="FF0000"/>
                          </a:solidFill>
                          <a:effectLst/>
                        </a:rPr>
                        <a:t>적색 램프</a:t>
                      </a:r>
                      <a:endParaRPr lang="ko-KR" altLang="en-US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123825" marR="123825" marT="57150" marB="5715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AC 220V (COM2)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-</a:t>
                      </a:r>
                      <a:endParaRPr lang="en-US" altLang="ko-KR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658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11</a:t>
                      </a:r>
                    </a:p>
                  </a:txBody>
                  <a:tcPr marL="123825" marR="123825" marT="57150" marB="5715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P0002A</a:t>
                      </a:r>
                    </a:p>
                  </a:txBody>
                  <a:tcPr marL="123825" marR="123825" marT="57150" marB="5715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GL_C4</a:t>
                      </a:r>
                    </a:p>
                  </a:txBody>
                  <a:tcPr marL="123825" marR="123825" marT="57150" marB="5715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>
                          <a:effectLst/>
                        </a:rPr>
                        <a:t>TB4 </a:t>
                      </a:r>
                      <a:r>
                        <a:rPr lang="ko-KR" altLang="en-US">
                          <a:effectLst/>
                        </a:rPr>
                        <a:t>신호등 </a:t>
                      </a:r>
                      <a:r>
                        <a:rPr lang="ko-KR" altLang="en-US">
                          <a:solidFill>
                            <a:srgbClr val="00B050"/>
                          </a:solidFill>
                          <a:effectLst/>
                        </a:rPr>
                        <a:t>녹색 램프</a:t>
                      </a:r>
                      <a:endParaRPr lang="ko-KR" altLang="en-US" dirty="0">
                        <a:solidFill>
                          <a:srgbClr val="00B050"/>
                        </a:solidFill>
                        <a:effectLst/>
                      </a:endParaRPr>
                    </a:p>
                  </a:txBody>
                  <a:tcPr marL="123825" marR="123825" marT="57150" marB="5715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AC 220V (COM2)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-</a:t>
                      </a:r>
                      <a:endParaRPr lang="en-US" altLang="ko-KR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6747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12</a:t>
                      </a:r>
                    </a:p>
                  </a:txBody>
                  <a:tcPr marL="123825" marR="123825" marT="57150" marB="5715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P0002B</a:t>
                      </a:r>
                    </a:p>
                  </a:txBody>
                  <a:tcPr marL="123825" marR="123825" marT="57150" marB="5715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YL_C4</a:t>
                      </a:r>
                    </a:p>
                  </a:txBody>
                  <a:tcPr marL="123825" marR="123825" marT="57150" marB="57150" anchor="ctr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>
                          <a:effectLst/>
                        </a:rPr>
                        <a:t>TB4 </a:t>
                      </a:r>
                      <a:r>
                        <a:rPr lang="ko-KR" altLang="en-US">
                          <a:effectLst/>
                        </a:rPr>
                        <a:t>신호등 </a:t>
                      </a:r>
                      <a:r>
                        <a:rPr lang="ko-KR" altLang="en-US">
                          <a:solidFill>
                            <a:srgbClr val="A86C00"/>
                          </a:solidFill>
                          <a:effectLst/>
                        </a:rPr>
                        <a:t>황색 램프</a:t>
                      </a:r>
                      <a:endParaRPr lang="ko-KR" altLang="en-US" dirty="0">
                        <a:solidFill>
                          <a:srgbClr val="A86C00"/>
                        </a:solidFill>
                        <a:effectLst/>
                      </a:endParaRPr>
                    </a:p>
                  </a:txBody>
                  <a:tcPr marL="123825" marR="123825" marT="57150" marB="5715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AC 220V (COM2)</a:t>
                      </a:r>
                      <a:endParaRPr lang="en-US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-</a:t>
                      </a:r>
                      <a:endParaRPr lang="en-US" altLang="ko-KR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1437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13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P0002C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EMG_Output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>
                          <a:solidFill>
                            <a:srgbClr val="00B050"/>
                          </a:solidFill>
                          <a:effectLst/>
                        </a:rPr>
                        <a:t>GL_C1</a:t>
                      </a:r>
                      <a:r>
                        <a:rPr lang="en-US">
                          <a:effectLst/>
                        </a:rPr>
                        <a:t>, </a:t>
                      </a:r>
                      <a:r>
                        <a:rPr lang="en-US" altLang="ko-KR">
                          <a:solidFill>
                            <a:srgbClr val="FF0000"/>
                          </a:solidFill>
                          <a:effectLst/>
                        </a:rPr>
                        <a:t>RL_C2</a:t>
                      </a:r>
                      <a:r>
                        <a:rPr lang="en-US">
                          <a:effectLst/>
                        </a:rPr>
                        <a:t>, </a:t>
                      </a:r>
                      <a:r>
                        <a:rPr lang="en-US" altLang="ko-KR">
                          <a:solidFill>
                            <a:srgbClr val="FF0000"/>
                          </a:solidFill>
                          <a:effectLst/>
                        </a:rPr>
                        <a:t>RL_C3</a:t>
                      </a:r>
                      <a:r>
                        <a:rPr lang="en-US">
                          <a:effectLst/>
                        </a:rPr>
                        <a:t>, </a:t>
                      </a:r>
                      <a:r>
                        <a:rPr lang="en-US" altLang="ko-KR">
                          <a:solidFill>
                            <a:srgbClr val="FF0000"/>
                          </a:solidFill>
                          <a:effectLst/>
                        </a:rPr>
                        <a:t>RL_C4</a:t>
                      </a:r>
                      <a:r>
                        <a:rPr lang="en-US">
                          <a:effectLst/>
                        </a:rPr>
                        <a:t> </a:t>
                      </a:r>
                      <a:r>
                        <a:rPr lang="ko-KR" altLang="en-US">
                          <a:effectLst/>
                        </a:rPr>
                        <a:t>점등</a:t>
                      </a:r>
                      <a:r>
                        <a:rPr lang="en-US" altLang="ko-KR">
                          <a:effectLst/>
                        </a:rPr>
                        <a:t>,</a:t>
                      </a:r>
                      <a:br>
                        <a:rPr lang="en-US" altLang="ko-KR">
                          <a:effectLst/>
                        </a:rPr>
                      </a:br>
                      <a:r>
                        <a:rPr lang="en-US" altLang="ko-KR">
                          <a:effectLst/>
                        </a:rPr>
                        <a:t>14</a:t>
                      </a:r>
                      <a:r>
                        <a:rPr lang="en-US">
                          <a:effectLst/>
                        </a:rPr>
                        <a:t>pin </a:t>
                      </a:r>
                      <a:r>
                        <a:rPr lang="ko-KR" altLang="en-US">
                          <a:effectLst/>
                        </a:rPr>
                        <a:t>릴레이 여자 시켜 </a:t>
                      </a:r>
                      <a:r>
                        <a:rPr lang="en-US">
                          <a:effectLst/>
                        </a:rPr>
                        <a:t>COM0, COM1, COM2 </a:t>
                      </a:r>
                      <a:r>
                        <a:rPr lang="ko-KR" altLang="en-US">
                          <a:effectLst/>
                        </a:rPr>
                        <a:t>전원 차단</a:t>
                      </a:r>
                      <a:endParaRPr lang="ko-KR" altLang="en-US" dirty="0">
                        <a:effectLst/>
                      </a:endParaRPr>
                    </a:p>
                  </a:txBody>
                  <a:tcPr marL="123825" marR="123825" marT="57150" marB="5715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</a:rPr>
                        <a:t>AC 220V (COM3)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992465981"/>
                  </a:ext>
                </a:extLst>
              </a:tr>
              <a:tr h="398780"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14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P0002D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>
                          <a:effectLst/>
                        </a:rPr>
                        <a:t>AC 220V (COM3)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094439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15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P0002E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>
                          <a:effectLst/>
                        </a:rPr>
                        <a:t>AC 220V (COM3)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5823492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16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</a:rPr>
                        <a:t>P0002F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>
                          <a:effectLst/>
                        </a:rPr>
                        <a:t>-</a:t>
                      </a:r>
                      <a:endParaRPr lang="en-US" altLang="ko-KR" dirty="0">
                        <a:effectLst/>
                      </a:endParaRPr>
                    </a:p>
                  </a:txBody>
                  <a:tcPr marL="123825" marR="123825" marT="57150" marB="5715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>
                          <a:effectLst/>
                        </a:rPr>
                        <a:t>AC 220V (COM3)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>
                          <a:effectLst/>
                        </a:rPr>
                        <a:t>-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44584579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C654019-DDFB-4181-96B4-8700667439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4" b="1112"/>
          <a:stretch/>
        </p:blipFill>
        <p:spPr bwMode="auto">
          <a:xfrm>
            <a:off x="2743200" y="114300"/>
            <a:ext cx="12601575" cy="1017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DED4983-E900-47DD-A9A4-222B0D7A838F}"/>
              </a:ext>
            </a:extLst>
          </p:cNvPr>
          <p:cNvSpPr txBox="1"/>
          <p:nvPr/>
        </p:nvSpPr>
        <p:spPr>
          <a:xfrm>
            <a:off x="6762750" y="108000"/>
            <a:ext cx="47625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dirty="0"/>
              <a:t>Main Control &amp;</a:t>
            </a:r>
          </a:p>
          <a:p>
            <a:pPr algn="ctr"/>
            <a:r>
              <a:rPr lang="en-US" altLang="ko-KR" sz="4400" dirty="0"/>
              <a:t>PLC Circuit Diagram</a:t>
            </a:r>
            <a:endParaRPr lang="ko-KR" altLang="en-US" sz="4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806740F-00B2-4554-8A6F-CDE015F37D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7" r="2469" b="9259"/>
          <a:stretch/>
        </p:blipFill>
        <p:spPr bwMode="auto">
          <a:xfrm>
            <a:off x="3048000" y="1593850"/>
            <a:ext cx="12192000" cy="812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4E3A154D-F93B-4FB8-B95A-935182FB9EB3}"/>
              </a:ext>
            </a:extLst>
          </p:cNvPr>
          <p:cNvSpPr/>
          <p:nvPr/>
        </p:nvSpPr>
        <p:spPr>
          <a:xfrm>
            <a:off x="5857170" y="108000"/>
            <a:ext cx="6573659" cy="1446550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algn="ctr"/>
            <a:r>
              <a:rPr lang="en-US" altLang="ko-KR" sz="4400" dirty="0"/>
              <a:t>Operator &amp; </a:t>
            </a:r>
          </a:p>
          <a:p>
            <a:pPr algn="ctr"/>
            <a:r>
              <a:rPr lang="en-US" altLang="ko-KR" sz="4400" dirty="0"/>
              <a:t>Signal Lamp Circuit Diagram</a:t>
            </a:r>
            <a:endParaRPr lang="ko-KR" altLang="en-US" sz="4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3CCEBA9E-A924-4408-8D17-0D5C903B4D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66" t="14411" r="5000" b="11445"/>
          <a:stretch/>
        </p:blipFill>
        <p:spPr bwMode="auto">
          <a:xfrm>
            <a:off x="1219200" y="1485900"/>
            <a:ext cx="16154400" cy="76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038EE82-B363-4D1E-9125-0C92C634E25E}"/>
              </a:ext>
            </a:extLst>
          </p:cNvPr>
          <p:cNvSpPr/>
          <p:nvPr/>
        </p:nvSpPr>
        <p:spPr>
          <a:xfrm>
            <a:off x="6357403" y="411659"/>
            <a:ext cx="5573192" cy="769441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r>
              <a:rPr lang="en-US" altLang="ko-KR" sz="4400" dirty="0"/>
              <a:t>Terminal Block Diagram</a:t>
            </a:r>
            <a:endParaRPr lang="ko-KR" altLang="en-US" sz="4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FFBDEFE3-99FB-47A3-93BE-535C97F10425}"/>
              </a:ext>
            </a:extLst>
          </p:cNvPr>
          <p:cNvGrpSpPr/>
          <p:nvPr/>
        </p:nvGrpSpPr>
        <p:grpSpPr>
          <a:xfrm>
            <a:off x="3458900" y="2851778"/>
            <a:ext cx="11370200" cy="4587145"/>
            <a:chOff x="1152000" y="1155700"/>
            <a:chExt cx="11370200" cy="4587145"/>
          </a:xfrm>
        </p:grpSpPr>
        <p:pic>
          <p:nvPicPr>
            <p:cNvPr id="9" name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51400" y="1155700"/>
              <a:ext cx="7670800" cy="825500"/>
            </a:xfrm>
            <a:prstGeom prst="rect">
              <a:avLst/>
            </a:prstGeom>
          </p:spPr>
        </p:pic>
        <p:pic>
          <p:nvPicPr>
            <p:cNvPr id="10" name="Picture 10"/>
            <p:cNvPicPr>
              <a:picLocks noChangeAspect="1"/>
            </p:cNvPicPr>
            <p:nvPr/>
          </p:nvPicPr>
          <p:blipFill>
            <a:blip r:embed="rId4">
              <a:alphaModFix amt="90000"/>
            </a:blip>
            <a:stretch>
              <a:fillRect/>
            </a:stretch>
          </p:blipFill>
          <p:spPr>
            <a:xfrm>
              <a:off x="1152000" y="2025022"/>
              <a:ext cx="3530600" cy="2844800"/>
            </a:xfrm>
            <a:prstGeom prst="rect">
              <a:avLst/>
            </a:prstGeom>
          </p:spPr>
        </p:pic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9E87D5E-C545-4209-ADA6-6EE6AF0028EB}"/>
                </a:ext>
              </a:extLst>
            </p:cNvPr>
            <p:cNvSpPr/>
            <p:nvPr/>
          </p:nvSpPr>
          <p:spPr>
            <a:xfrm>
              <a:off x="4715257" y="2311200"/>
              <a:ext cx="7532043" cy="343164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742950" indent="-742950">
                <a:buAutoNum type="arabicPeriod"/>
              </a:pPr>
              <a:r>
                <a:rPr lang="ko-KR" altLang="en-US" sz="5500" b="1" dirty="0">
                  <a:latin typeface="+mj-ea"/>
                  <a:ea typeface="+mj-ea"/>
                </a:rPr>
                <a:t>라이브러리와 설정값</a:t>
              </a:r>
              <a:endParaRPr lang="en-US" altLang="ko-KR" sz="4400" b="1" dirty="0">
                <a:latin typeface="+mj-ea"/>
                <a:ea typeface="+mj-ea"/>
              </a:endParaRPr>
            </a:p>
            <a:p>
              <a:pPr marL="1200150" lvl="1" indent="-742950">
                <a:lnSpc>
                  <a:spcPct val="200000"/>
                </a:lnSpc>
                <a:buFont typeface="+mj-lt"/>
                <a:buAutoNum type="arabicParenR"/>
              </a:pPr>
              <a:r>
                <a:rPr lang="ko-KR" altLang="en-US" sz="4400" b="1" dirty="0">
                  <a:latin typeface="+mj-ea"/>
                  <a:ea typeface="+mj-ea"/>
                </a:rPr>
                <a:t>라이브러리</a:t>
              </a:r>
              <a:endParaRPr lang="en-US" altLang="ko-KR" sz="4400" b="1" dirty="0">
                <a:latin typeface="+mj-ea"/>
                <a:ea typeface="+mj-ea"/>
              </a:endParaRPr>
            </a:p>
            <a:p>
              <a:pPr marL="1200150" lvl="1" indent="-742950">
                <a:lnSpc>
                  <a:spcPct val="200000"/>
                </a:lnSpc>
                <a:buFont typeface="+mj-lt"/>
                <a:buAutoNum type="arabicParenR"/>
              </a:pPr>
              <a:r>
                <a:rPr lang="ko-KR" altLang="en-US" sz="4400" b="1" dirty="0">
                  <a:latin typeface="+mj-ea"/>
                  <a:ea typeface="+mj-ea"/>
                </a:rPr>
                <a:t>사용자 설정 및 전역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EFCEFBE3-2813-4980-AA72-65FDA030FC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000" y="2232611"/>
            <a:ext cx="15840000" cy="6797089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CA8043FE-12DB-40A3-A544-E6DBF0CA40DC}"/>
              </a:ext>
            </a:extLst>
          </p:cNvPr>
          <p:cNvSpPr/>
          <p:nvPr/>
        </p:nvSpPr>
        <p:spPr>
          <a:xfrm>
            <a:off x="1255955" y="1257300"/>
            <a:ext cx="76708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4400" b="1" dirty="0">
                <a:latin typeface="+mj-ea"/>
              </a:rPr>
              <a:t>1) </a:t>
            </a:r>
            <a:r>
              <a:rPr lang="ko-KR" altLang="en-US" sz="4400" b="1" dirty="0">
                <a:latin typeface="+mj-ea"/>
              </a:rPr>
              <a:t>라이브러리</a:t>
            </a:r>
          </a:p>
        </p:txBody>
      </p:sp>
    </p:spTree>
    <p:extLst>
      <p:ext uri="{BB962C8B-B14F-4D97-AF65-F5344CB8AC3E}">
        <p14:creationId xmlns:p14="http://schemas.microsoft.com/office/powerpoint/2010/main" val="8151477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>
            <a:extLst>
              <a:ext uri="{FF2B5EF4-FFF2-40B4-BE49-F238E27FC236}">
                <a16:creationId xmlns:a16="http://schemas.microsoft.com/office/drawing/2014/main" id="{0C8511EB-9B76-414B-AF79-8E46DEE794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000" y="1256400"/>
            <a:ext cx="15840000" cy="9274005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-4152900" y="5130800"/>
            <a:ext cx="10617200" cy="25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CA8043FE-12DB-40A3-A544-E6DBF0CA40DC}"/>
              </a:ext>
            </a:extLst>
          </p:cNvPr>
          <p:cNvSpPr/>
          <p:nvPr/>
        </p:nvSpPr>
        <p:spPr>
          <a:xfrm>
            <a:off x="1256400" y="1256400"/>
            <a:ext cx="76708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4400" b="1" dirty="0">
                <a:latin typeface="+mj-ea"/>
              </a:rPr>
              <a:t>2) </a:t>
            </a:r>
            <a:r>
              <a:rPr lang="ko-KR" altLang="en-US" sz="4400" b="1" dirty="0">
                <a:latin typeface="+mj-ea"/>
              </a:rPr>
              <a:t>사용자 설정 및 전역</a:t>
            </a:r>
          </a:p>
        </p:txBody>
      </p:sp>
    </p:spTree>
    <p:extLst>
      <p:ext uri="{BB962C8B-B14F-4D97-AF65-F5344CB8AC3E}">
        <p14:creationId xmlns:p14="http://schemas.microsoft.com/office/powerpoint/2010/main" val="28926105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/>
        </p:nvPicPr>
        <p:blipFill>
          <a:blip r:embed="rId3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-4152900" y="5130800"/>
            <a:ext cx="10617200" cy="25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1AADEAEF-0724-4FD3-984B-DF927D4C87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903" y="2253541"/>
            <a:ext cx="15840000" cy="6915789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7CF17077-DB14-46AD-A8FF-3FEB3C016819}"/>
              </a:ext>
            </a:extLst>
          </p:cNvPr>
          <p:cNvSpPr/>
          <p:nvPr/>
        </p:nvSpPr>
        <p:spPr>
          <a:xfrm>
            <a:off x="1256400" y="1256400"/>
            <a:ext cx="76708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4400" b="1" dirty="0">
                <a:latin typeface="+mj-ea"/>
              </a:rPr>
              <a:t>2) </a:t>
            </a:r>
            <a:r>
              <a:rPr lang="ko-KR" altLang="en-US" sz="4400" b="1" dirty="0">
                <a:latin typeface="+mj-ea"/>
              </a:rPr>
              <a:t>사용자 설정 및 전역</a:t>
            </a:r>
          </a:p>
        </p:txBody>
      </p:sp>
    </p:spTree>
    <p:extLst>
      <p:ext uri="{BB962C8B-B14F-4D97-AF65-F5344CB8AC3E}">
        <p14:creationId xmlns:p14="http://schemas.microsoft.com/office/powerpoint/2010/main" val="21313476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A750E89B-9CF7-476D-9434-170FC80EB47D}"/>
              </a:ext>
            </a:extLst>
          </p:cNvPr>
          <p:cNvGrpSpPr/>
          <p:nvPr/>
        </p:nvGrpSpPr>
        <p:grpSpPr>
          <a:xfrm>
            <a:off x="3221514" y="2130852"/>
            <a:ext cx="11844972" cy="6025297"/>
            <a:chOff x="1152000" y="1155700"/>
            <a:chExt cx="11844972" cy="6025297"/>
          </a:xfrm>
        </p:grpSpPr>
        <p:pic>
          <p:nvPicPr>
            <p:cNvPr id="9" name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51400" y="1155700"/>
              <a:ext cx="7670800" cy="825500"/>
            </a:xfrm>
            <a:prstGeom prst="rect">
              <a:avLst/>
            </a:prstGeom>
          </p:spPr>
        </p:pic>
        <p:pic>
          <p:nvPicPr>
            <p:cNvPr id="10" name="Picture 10"/>
            <p:cNvPicPr>
              <a:picLocks noChangeAspect="1"/>
            </p:cNvPicPr>
            <p:nvPr/>
          </p:nvPicPr>
          <p:blipFill>
            <a:blip r:embed="rId4">
              <a:alphaModFix amt="90000"/>
            </a:blip>
            <a:stretch>
              <a:fillRect/>
            </a:stretch>
          </p:blipFill>
          <p:spPr>
            <a:xfrm>
              <a:off x="1152000" y="3378888"/>
              <a:ext cx="3530600" cy="2844800"/>
            </a:xfrm>
            <a:prstGeom prst="rect">
              <a:avLst/>
            </a:prstGeom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EC72A6D3-453E-43DB-BD7D-D9F02325636D}"/>
                </a:ext>
              </a:extLst>
            </p:cNvPr>
            <p:cNvSpPr/>
            <p:nvPr/>
          </p:nvSpPr>
          <p:spPr>
            <a:xfrm>
              <a:off x="4716000" y="2310497"/>
              <a:ext cx="8280972" cy="487050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ko-KR" sz="5500" b="1" dirty="0">
                  <a:latin typeface="+mj-ea"/>
                  <a:ea typeface="+mj-ea"/>
                </a:rPr>
                <a:t>2. WebSocket</a:t>
              </a:r>
              <a:endParaRPr lang="en-US" altLang="ko-KR" sz="4400" b="1" dirty="0">
                <a:latin typeface="+mj-ea"/>
                <a:ea typeface="+mj-ea"/>
              </a:endParaRPr>
            </a:p>
            <a:p>
              <a:pPr marL="1200150" lvl="1" indent="-742950">
                <a:lnSpc>
                  <a:spcPct val="150000"/>
                </a:lnSpc>
                <a:buFont typeface="+mj-lt"/>
                <a:buAutoNum type="arabicParenR"/>
              </a:pPr>
              <a:r>
                <a:rPr lang="ko-KR" altLang="en-US" sz="4400" b="1" dirty="0">
                  <a:latin typeface="+mj-ea"/>
                  <a:ea typeface="+mj-ea"/>
                </a:rPr>
                <a:t>토큰 생성</a:t>
              </a:r>
              <a:endParaRPr lang="en-US" altLang="ko-KR" sz="4400" b="1" dirty="0">
                <a:latin typeface="+mj-ea"/>
                <a:ea typeface="+mj-ea"/>
              </a:endParaRPr>
            </a:p>
            <a:p>
              <a:pPr marL="1200150" lvl="1" indent="-742950">
                <a:lnSpc>
                  <a:spcPct val="150000"/>
                </a:lnSpc>
                <a:buFont typeface="+mj-lt"/>
                <a:buAutoNum type="arabicParenR"/>
              </a:pPr>
              <a:r>
                <a:rPr lang="ko-KR" altLang="en-US" sz="4400" b="1" dirty="0">
                  <a:latin typeface="+mj-ea"/>
                  <a:ea typeface="+mj-ea"/>
                </a:rPr>
                <a:t>연결 상태 및 인증</a:t>
              </a:r>
              <a:endParaRPr lang="en-US" altLang="ko-KR" sz="4400" b="1" dirty="0">
                <a:latin typeface="+mj-ea"/>
                <a:ea typeface="+mj-ea"/>
              </a:endParaRPr>
            </a:p>
            <a:p>
              <a:pPr marL="1200150" lvl="1" indent="-742950">
                <a:lnSpc>
                  <a:spcPct val="150000"/>
                </a:lnSpc>
                <a:buFont typeface="+mj-lt"/>
                <a:buAutoNum type="arabicParenR"/>
              </a:pPr>
              <a:r>
                <a:rPr lang="ko-KR" altLang="en-US" sz="4400" b="1" dirty="0">
                  <a:latin typeface="+mj-ea"/>
                  <a:ea typeface="+mj-ea"/>
                </a:rPr>
                <a:t>릴레이 상태 브로드캐스트</a:t>
              </a:r>
              <a:endParaRPr lang="en-US" altLang="ko-KR" sz="4400" b="1" dirty="0">
                <a:latin typeface="+mj-ea"/>
                <a:ea typeface="+mj-ea"/>
              </a:endParaRPr>
            </a:p>
            <a:p>
              <a:pPr marL="1200150" lvl="1" indent="-742950">
                <a:lnSpc>
                  <a:spcPct val="150000"/>
                </a:lnSpc>
                <a:buFont typeface="+mj-lt"/>
                <a:buAutoNum type="arabicParenR"/>
              </a:pPr>
              <a:r>
                <a:rPr lang="en-US" altLang="ko-KR" sz="4400" b="1" dirty="0">
                  <a:latin typeface="+mj-ea"/>
                  <a:ea typeface="+mj-ea"/>
                </a:rPr>
                <a:t>TOGGLE </a:t>
              </a:r>
              <a:r>
                <a:rPr lang="ko-KR" altLang="en-US" sz="4400" b="1" dirty="0">
                  <a:latin typeface="+mj-ea"/>
                  <a:ea typeface="+mj-ea"/>
                </a:rPr>
                <a:t>명령과 </a:t>
              </a:r>
              <a:r>
                <a:rPr lang="en-US" altLang="ko-KR" sz="4400" b="1" dirty="0">
                  <a:latin typeface="+mj-ea"/>
                  <a:ea typeface="+mj-ea"/>
                </a:rPr>
                <a:t>GPIO </a:t>
              </a:r>
              <a:r>
                <a:rPr lang="ko-KR" altLang="en-US" sz="4400" b="1" dirty="0">
                  <a:latin typeface="+mj-ea"/>
                  <a:ea typeface="+mj-ea"/>
                </a:rPr>
                <a:t>출력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517044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/>
        </p:nvPicPr>
        <p:blipFill>
          <a:blip r:embed="rId3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-4152900" y="5130800"/>
            <a:ext cx="10617200" cy="25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7CF17077-DB14-46AD-A8FF-3FEB3C016819}"/>
              </a:ext>
            </a:extLst>
          </p:cNvPr>
          <p:cNvSpPr/>
          <p:nvPr/>
        </p:nvSpPr>
        <p:spPr>
          <a:xfrm>
            <a:off x="1256400" y="1256400"/>
            <a:ext cx="76708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4400" b="1" dirty="0">
                <a:latin typeface="+mj-ea"/>
              </a:rPr>
              <a:t>1) </a:t>
            </a:r>
            <a:r>
              <a:rPr lang="ko-KR" altLang="en-US" sz="4400" b="1" dirty="0">
                <a:latin typeface="+mj-ea"/>
              </a:rPr>
              <a:t>토큰 생성</a:t>
            </a:r>
            <a:endParaRPr lang="en-US" altLang="ko-KR" sz="4400" b="1" dirty="0">
              <a:latin typeface="+mj-ea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EF5D3C1-2C04-4AEB-B840-7B90607570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000" y="2216411"/>
            <a:ext cx="15840000" cy="6814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0585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/>
        </p:nvPicPr>
        <p:blipFill>
          <a:blip r:embed="rId3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-4152900" y="5130800"/>
            <a:ext cx="10617200" cy="25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7CF17077-DB14-46AD-A8FF-3FEB3C016819}"/>
              </a:ext>
            </a:extLst>
          </p:cNvPr>
          <p:cNvSpPr/>
          <p:nvPr/>
        </p:nvSpPr>
        <p:spPr>
          <a:xfrm>
            <a:off x="1256400" y="1256400"/>
            <a:ext cx="76708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4400" b="1" dirty="0">
                <a:latin typeface="+mj-ea"/>
              </a:rPr>
              <a:t>2) </a:t>
            </a:r>
            <a:r>
              <a:rPr lang="ko-KR" altLang="en-US" sz="4400" b="1" dirty="0">
                <a:latin typeface="+mj-ea"/>
              </a:rPr>
              <a:t>연결 상태 및 인증</a:t>
            </a:r>
            <a:endParaRPr lang="en-US" altLang="ko-KR" sz="4400" b="1" dirty="0">
              <a:latin typeface="+mj-ea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DE260D8-7C4A-4123-846B-ED4D27F82E2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103" y="952500"/>
            <a:ext cx="14267793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9905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/>
        </p:nvPicPr>
        <p:blipFill>
          <a:blip r:embed="rId3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-4152900" y="5130800"/>
            <a:ext cx="10617200" cy="25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7CF17077-DB14-46AD-A8FF-3FEB3C016819}"/>
              </a:ext>
            </a:extLst>
          </p:cNvPr>
          <p:cNvSpPr/>
          <p:nvPr/>
        </p:nvSpPr>
        <p:spPr>
          <a:xfrm>
            <a:off x="1256400" y="1256400"/>
            <a:ext cx="76708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4400" b="1" dirty="0">
                <a:latin typeface="+mj-ea"/>
              </a:rPr>
              <a:t>3) </a:t>
            </a:r>
            <a:r>
              <a:rPr lang="ko-KR" altLang="en-US" sz="4400" b="1" dirty="0">
                <a:latin typeface="+mj-ea"/>
              </a:rPr>
              <a:t>릴레이 상태 브로드캐스트</a:t>
            </a:r>
            <a:endParaRPr lang="en-US" altLang="ko-KR" sz="4400" b="1" dirty="0">
              <a:latin typeface="+mj-ea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2423DA0-9D8E-4272-8BF7-CD22E967B25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000" y="1489304"/>
            <a:ext cx="15840000" cy="8502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89451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/>
        </p:nvPicPr>
        <p:blipFill>
          <a:blip r:embed="rId3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-4152900" y="5130800"/>
            <a:ext cx="10617200" cy="25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7CF17077-DB14-46AD-A8FF-3FEB3C016819}"/>
              </a:ext>
            </a:extLst>
          </p:cNvPr>
          <p:cNvSpPr/>
          <p:nvPr/>
        </p:nvSpPr>
        <p:spPr>
          <a:xfrm>
            <a:off x="1256400" y="1256400"/>
            <a:ext cx="79130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4400" b="1" dirty="0">
                <a:latin typeface="+mj-ea"/>
              </a:rPr>
              <a:t>4) TOGGLE </a:t>
            </a:r>
            <a:r>
              <a:rPr lang="ko-KR" altLang="en-US" sz="4400" b="1" dirty="0">
                <a:latin typeface="+mj-ea"/>
              </a:rPr>
              <a:t>명령과 </a:t>
            </a:r>
            <a:r>
              <a:rPr lang="en-US" altLang="ko-KR" sz="4400" b="1" dirty="0">
                <a:latin typeface="+mj-ea"/>
              </a:rPr>
              <a:t>GPIO </a:t>
            </a:r>
            <a:r>
              <a:rPr lang="ko-KR" altLang="en-US" sz="4400" b="1" dirty="0">
                <a:latin typeface="+mj-ea"/>
              </a:rPr>
              <a:t>출력</a:t>
            </a:r>
          </a:p>
          <a:p>
            <a:endParaRPr lang="en-US" altLang="ko-KR" sz="4400" b="1" dirty="0">
              <a:latin typeface="+mj-ea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7E84220-12C2-4BBF-B119-0BE3C68AF14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7401" y="1104900"/>
            <a:ext cx="14383997" cy="100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8221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/>
        </p:nvPicPr>
        <p:blipFill>
          <a:blip r:embed="rId3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-4152900" y="5130800"/>
            <a:ext cx="10617200" cy="25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340777F9-7D08-4263-92F5-C874EDC7D9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300358"/>
              </p:ext>
            </p:extLst>
          </p:nvPr>
        </p:nvGraphicFramePr>
        <p:xfrm>
          <a:off x="6588657" y="3625727"/>
          <a:ext cx="2780236" cy="4407147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90118">
                  <a:extLst>
                    <a:ext uri="{9D8B030D-6E8A-4147-A177-3AD203B41FA5}">
                      <a16:colId xmlns:a16="http://schemas.microsoft.com/office/drawing/2014/main" val="96086256"/>
                    </a:ext>
                  </a:extLst>
                </a:gridCol>
                <a:gridCol w="1390118">
                  <a:extLst>
                    <a:ext uri="{9D8B030D-6E8A-4147-A177-3AD203B41FA5}">
                      <a16:colId xmlns:a16="http://schemas.microsoft.com/office/drawing/2014/main" val="1449585766"/>
                    </a:ext>
                  </a:extLst>
                </a:gridCol>
              </a:tblGrid>
              <a:tr h="98424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2400" dirty="0">
                          <a:effectLst/>
                        </a:rPr>
                        <a:t>화면 채널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3A4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2400" dirty="0">
                          <a:effectLst/>
                        </a:rPr>
                        <a:t>배열 인덱스</a:t>
                      </a:r>
                    </a:p>
                  </a:txBody>
                  <a:tcPr marL="95250" marR="95250" marT="47625" marB="4762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3A4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6877140"/>
                  </a:ext>
                </a:extLst>
              </a:tr>
              <a:tr h="855726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2400" dirty="0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2400" dirty="0">
                          <a:effectLst/>
                        </a:rPr>
                        <a:t>0</a:t>
                      </a:r>
                    </a:p>
                  </a:txBody>
                  <a:tcPr marL="95250" marR="95250" marT="47625" marB="4762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07053879"/>
                  </a:ext>
                </a:extLst>
              </a:tr>
              <a:tr h="855726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2400" dirty="0">
                          <a:effectLst/>
                        </a:rPr>
                        <a:t>2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2400" dirty="0">
                          <a:effectLst/>
                        </a:rPr>
                        <a:t>1</a:t>
                      </a:r>
                    </a:p>
                  </a:txBody>
                  <a:tcPr marL="95250" marR="95250" marT="47625" marB="4762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855169533"/>
                  </a:ext>
                </a:extLst>
              </a:tr>
              <a:tr h="855726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2400" dirty="0">
                          <a:effectLst/>
                        </a:rPr>
                        <a:t>3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2400" dirty="0">
                          <a:effectLst/>
                        </a:rPr>
                        <a:t>2</a:t>
                      </a:r>
                    </a:p>
                  </a:txBody>
                  <a:tcPr marL="95250" marR="95250" marT="47625" marB="4762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864472926"/>
                  </a:ext>
                </a:extLst>
              </a:tr>
              <a:tr h="855726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2400" dirty="0">
                          <a:effectLst/>
                        </a:rPr>
                        <a:t>4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2400" dirty="0">
                          <a:effectLst/>
                        </a:rPr>
                        <a:t>3</a:t>
                      </a:r>
                    </a:p>
                  </a:txBody>
                  <a:tcPr marL="95250" marR="95250" marT="47625" marB="4762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7437299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3E7648E2-F1A1-4E89-9A2D-CC6F56A8A2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1647061"/>
              </p:ext>
            </p:extLst>
          </p:nvPr>
        </p:nvGraphicFramePr>
        <p:xfrm>
          <a:off x="3489324" y="3625727"/>
          <a:ext cx="2759076" cy="4407147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79538">
                  <a:extLst>
                    <a:ext uri="{9D8B030D-6E8A-4147-A177-3AD203B41FA5}">
                      <a16:colId xmlns:a16="http://schemas.microsoft.com/office/drawing/2014/main" val="1621514538"/>
                    </a:ext>
                  </a:extLst>
                </a:gridCol>
                <a:gridCol w="1379538">
                  <a:extLst>
                    <a:ext uri="{9D8B030D-6E8A-4147-A177-3AD203B41FA5}">
                      <a16:colId xmlns:a16="http://schemas.microsoft.com/office/drawing/2014/main" val="3048133240"/>
                    </a:ext>
                  </a:extLst>
                </a:gridCol>
              </a:tblGrid>
              <a:tr h="98424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effectLst/>
                        </a:rPr>
                        <a:t>ESP8266 </a:t>
                      </a:r>
                      <a:r>
                        <a:rPr lang="ko-KR" altLang="en-US" sz="2400" dirty="0">
                          <a:effectLst/>
                        </a:rPr>
                        <a:t>핀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3A4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effectLst/>
                        </a:rPr>
                        <a:t>GPIO</a:t>
                      </a:r>
                    </a:p>
                  </a:txBody>
                  <a:tcPr marL="95250" marR="95250" marT="47625" marB="4762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53A4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5846252"/>
                  </a:ext>
                </a:extLst>
              </a:tr>
              <a:tr h="85572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effectLst/>
                        </a:rPr>
                        <a:t>D1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2400" dirty="0">
                          <a:effectLst/>
                        </a:rPr>
                        <a:t>5</a:t>
                      </a:r>
                    </a:p>
                  </a:txBody>
                  <a:tcPr marL="95250" marR="95250" marT="47625" marB="4762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067508706"/>
                  </a:ext>
                </a:extLst>
              </a:tr>
              <a:tr h="85572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effectLst/>
                        </a:rPr>
                        <a:t>D2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2400" dirty="0">
                          <a:effectLst/>
                        </a:rPr>
                        <a:t>4</a:t>
                      </a:r>
                    </a:p>
                  </a:txBody>
                  <a:tcPr marL="95250" marR="95250" marT="47625" marB="4762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823053498"/>
                  </a:ext>
                </a:extLst>
              </a:tr>
              <a:tr h="85572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effectLst/>
                        </a:rPr>
                        <a:t>D3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2400" dirty="0">
                          <a:effectLst/>
                        </a:rPr>
                        <a:t>0</a:t>
                      </a:r>
                    </a:p>
                  </a:txBody>
                  <a:tcPr marL="95250" marR="95250" marT="47625" marB="4762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09760121"/>
                  </a:ext>
                </a:extLst>
              </a:tr>
              <a:tr h="85572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effectLst/>
                        </a:rPr>
                        <a:t>D4</a:t>
                      </a:r>
                    </a:p>
                  </a:txBody>
                  <a:tcPr marL="95250" marR="9525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2400" dirty="0">
                          <a:effectLst/>
                        </a:rPr>
                        <a:t>2</a:t>
                      </a:r>
                    </a:p>
                  </a:txBody>
                  <a:tcPr marL="95250" marR="95250" marT="47625" marB="47625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1785040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8E742A97-DF3C-4739-98A3-F13A116FCE3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13463"/>
          <a:stretch/>
        </p:blipFill>
        <p:spPr>
          <a:xfrm>
            <a:off x="10302875" y="2324101"/>
            <a:ext cx="4138613" cy="70103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D1D7AC65-B277-4EF7-8C20-0EEDC959FFE1}"/>
              </a:ext>
            </a:extLst>
          </p:cNvPr>
          <p:cNvSpPr/>
          <p:nvPr/>
        </p:nvSpPr>
        <p:spPr>
          <a:xfrm>
            <a:off x="1256400" y="1256400"/>
            <a:ext cx="76708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4400" b="1" dirty="0">
                <a:latin typeface="+mj-ea"/>
              </a:rPr>
              <a:t>2. WebSocket</a:t>
            </a:r>
            <a:endParaRPr lang="ko-KR" altLang="en-US" sz="440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2829570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25400" y="-12700"/>
            <a:ext cx="1193800" cy="11938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6B4ED742-424B-447E-B47F-645AC1628030}"/>
              </a:ext>
            </a:extLst>
          </p:cNvPr>
          <p:cNvGrpSpPr/>
          <p:nvPr/>
        </p:nvGrpSpPr>
        <p:grpSpPr>
          <a:xfrm>
            <a:off x="3221514" y="2130852"/>
            <a:ext cx="12247086" cy="5067988"/>
            <a:chOff x="1152000" y="1155700"/>
            <a:chExt cx="12247086" cy="5067988"/>
          </a:xfrm>
        </p:grpSpPr>
        <p:pic>
          <p:nvPicPr>
            <p:cNvPr id="13" name="Picture 9">
              <a:extLst>
                <a:ext uri="{FF2B5EF4-FFF2-40B4-BE49-F238E27FC236}">
                  <a16:creationId xmlns:a16="http://schemas.microsoft.com/office/drawing/2014/main" id="{3C46E8FB-4490-4368-9491-1F3DB21BAB5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851400" y="1155700"/>
              <a:ext cx="7670800" cy="825500"/>
            </a:xfrm>
            <a:prstGeom prst="rect">
              <a:avLst/>
            </a:prstGeom>
          </p:spPr>
        </p:pic>
        <p:pic>
          <p:nvPicPr>
            <p:cNvPr id="14" name="Picture 10">
              <a:extLst>
                <a:ext uri="{FF2B5EF4-FFF2-40B4-BE49-F238E27FC236}">
                  <a16:creationId xmlns:a16="http://schemas.microsoft.com/office/drawing/2014/main" id="{D86DFA64-0F0A-44ED-8E0C-E64DD5A7D96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alphaModFix amt="90000"/>
            </a:blip>
            <a:stretch>
              <a:fillRect/>
            </a:stretch>
          </p:blipFill>
          <p:spPr>
            <a:xfrm>
              <a:off x="1152000" y="3378888"/>
              <a:ext cx="3530600" cy="2844800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F15D9DF7-9AFE-41AD-B432-2BCA568FC41B}"/>
                </a:ext>
              </a:extLst>
            </p:cNvPr>
            <p:cNvSpPr/>
            <p:nvPr/>
          </p:nvSpPr>
          <p:spPr>
            <a:xfrm>
              <a:off x="4716000" y="2310497"/>
              <a:ext cx="8683086" cy="368556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ko-KR" altLang="en-US" sz="4400" b="1" dirty="0">
                  <a:latin typeface="+mj-ea"/>
                </a:rPr>
                <a:t>３</a:t>
              </a:r>
              <a:r>
                <a:rPr lang="en-US" altLang="ko-KR" sz="4400" b="1" dirty="0">
                  <a:latin typeface="+mj-ea"/>
                </a:rPr>
                <a:t>. </a:t>
              </a:r>
              <a:r>
                <a:rPr lang="en-US" altLang="ko-KR" sz="4400" b="1" dirty="0">
                  <a:latin typeface="+mj-ea"/>
                  <a:ea typeface="+mj-ea"/>
                </a:rPr>
                <a:t>HTTP </a:t>
              </a:r>
              <a:r>
                <a:rPr lang="ko-KR" altLang="en-US" sz="4400" b="1" dirty="0">
                  <a:latin typeface="+mj-ea"/>
                  <a:ea typeface="+mj-ea"/>
                </a:rPr>
                <a:t>처리</a:t>
              </a:r>
              <a:r>
                <a:rPr lang="en-US" altLang="ko-KR" sz="4400" b="1" dirty="0">
                  <a:latin typeface="+mj-ea"/>
                  <a:ea typeface="+mj-ea"/>
                </a:rPr>
                <a:t>, </a:t>
              </a:r>
              <a:r>
                <a:rPr lang="ko-KR" altLang="en-US" sz="4400" b="1" dirty="0">
                  <a:latin typeface="+mj-ea"/>
                  <a:ea typeface="+mj-ea"/>
                </a:rPr>
                <a:t>초기화</a:t>
              </a:r>
              <a:r>
                <a:rPr lang="en-US" altLang="ko-KR" sz="4400" b="1" dirty="0">
                  <a:latin typeface="+mj-ea"/>
                  <a:ea typeface="+mj-ea"/>
                </a:rPr>
                <a:t>, </a:t>
              </a:r>
              <a:r>
                <a:rPr lang="ko-KR" altLang="en-US" sz="4400" b="1" dirty="0">
                  <a:latin typeface="+mj-ea"/>
                  <a:ea typeface="+mj-ea"/>
                </a:rPr>
                <a:t>메인 루프</a:t>
              </a:r>
              <a:endParaRPr lang="en-US" altLang="ko-KR" sz="4400" b="1" dirty="0">
                <a:latin typeface="+mj-ea"/>
                <a:ea typeface="+mj-ea"/>
              </a:endParaRPr>
            </a:p>
            <a:p>
              <a:pPr marL="1200150" lvl="1" indent="-742950">
                <a:lnSpc>
                  <a:spcPct val="150000"/>
                </a:lnSpc>
                <a:buFont typeface="+mj-lt"/>
                <a:buAutoNum type="arabicParenR"/>
              </a:pPr>
              <a:r>
                <a:rPr lang="ko-KR" altLang="en-US" sz="4400" b="1" dirty="0">
                  <a:latin typeface="+mj-ea"/>
                </a:rPr>
                <a:t>페이지 인증 및 </a:t>
              </a:r>
              <a:r>
                <a:rPr lang="en-US" altLang="ko-KR" sz="4400" b="1" dirty="0">
                  <a:latin typeface="+mj-ea"/>
                </a:rPr>
                <a:t>404 </a:t>
              </a:r>
              <a:r>
                <a:rPr lang="ko-KR" altLang="en-US" sz="4400" b="1" dirty="0">
                  <a:latin typeface="+mj-ea"/>
                </a:rPr>
                <a:t>처리</a:t>
              </a:r>
              <a:endParaRPr lang="en-US" altLang="ko-KR" sz="4400" b="1" dirty="0">
                <a:latin typeface="+mj-ea"/>
              </a:endParaRPr>
            </a:p>
            <a:p>
              <a:pPr marL="1200150" lvl="1" indent="-742950">
                <a:lnSpc>
                  <a:spcPct val="150000"/>
                </a:lnSpc>
                <a:buFont typeface="+mj-lt"/>
                <a:buAutoNum type="arabicParenR"/>
              </a:pPr>
              <a:r>
                <a:rPr lang="en-US" altLang="ko-KR" sz="4400" b="1" dirty="0">
                  <a:latin typeface="+mj-ea"/>
                  <a:ea typeface="+mj-ea"/>
                </a:rPr>
                <a:t>setup() </a:t>
              </a:r>
              <a:r>
                <a:rPr lang="ko-KR" altLang="en-US" sz="4400" b="1" dirty="0">
                  <a:latin typeface="+mj-ea"/>
                  <a:ea typeface="+mj-ea"/>
                </a:rPr>
                <a:t>초기화</a:t>
              </a:r>
              <a:endParaRPr lang="en-US" altLang="ko-KR" sz="4400" b="1" dirty="0">
                <a:latin typeface="+mj-ea"/>
                <a:ea typeface="+mj-ea"/>
              </a:endParaRPr>
            </a:p>
            <a:p>
              <a:pPr marL="1200150" lvl="1" indent="-742950">
                <a:lnSpc>
                  <a:spcPct val="150000"/>
                </a:lnSpc>
                <a:buFont typeface="+mj-lt"/>
                <a:buAutoNum type="arabicParenR"/>
              </a:pPr>
              <a:r>
                <a:rPr lang="en-US" altLang="ko-KR" sz="4400" b="1" dirty="0">
                  <a:latin typeface="+mj-ea"/>
                  <a:ea typeface="+mj-ea"/>
                </a:rPr>
                <a:t>loop() </a:t>
              </a:r>
              <a:r>
                <a:rPr lang="ko-KR" altLang="en-US" sz="4400" b="1" dirty="0">
                  <a:latin typeface="+mj-ea"/>
                  <a:ea typeface="+mj-ea"/>
                </a:rPr>
                <a:t>이벤트 처리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9E556A20-A057-4BE7-970B-E730599A48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000" y="876300"/>
            <a:ext cx="15840000" cy="9996117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-4152900" y="5130800"/>
            <a:ext cx="10617200" cy="25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D1D7AC65-B277-4EF7-8C20-0EEDC959FFE1}"/>
              </a:ext>
            </a:extLst>
          </p:cNvPr>
          <p:cNvSpPr/>
          <p:nvPr/>
        </p:nvSpPr>
        <p:spPr>
          <a:xfrm>
            <a:off x="1256400" y="1256400"/>
            <a:ext cx="76708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4400" b="1" dirty="0">
                <a:latin typeface="+mj-ea"/>
              </a:rPr>
              <a:t>1) </a:t>
            </a:r>
            <a:r>
              <a:rPr lang="ko-KR" altLang="en-US" sz="4400" b="1" dirty="0">
                <a:latin typeface="+mj-ea"/>
              </a:rPr>
              <a:t>페이지 인증 및 </a:t>
            </a:r>
            <a:r>
              <a:rPr lang="en-US" altLang="ko-KR" sz="4400" b="1" dirty="0">
                <a:latin typeface="+mj-ea"/>
              </a:rPr>
              <a:t>404 </a:t>
            </a:r>
            <a:r>
              <a:rPr lang="ko-KR" altLang="en-US" sz="4400" b="1" dirty="0">
                <a:latin typeface="+mj-ea"/>
              </a:rPr>
              <a:t>처리</a:t>
            </a:r>
          </a:p>
        </p:txBody>
      </p:sp>
    </p:spTree>
    <p:extLst>
      <p:ext uri="{BB962C8B-B14F-4D97-AF65-F5344CB8AC3E}">
        <p14:creationId xmlns:p14="http://schemas.microsoft.com/office/powerpoint/2010/main" val="32818661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/>
        </p:nvPicPr>
        <p:blipFill>
          <a:blip r:embed="rId3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-4152900" y="5130800"/>
            <a:ext cx="10617200" cy="25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D1D7AC65-B277-4EF7-8C20-0EEDC959FFE1}"/>
              </a:ext>
            </a:extLst>
          </p:cNvPr>
          <p:cNvSpPr/>
          <p:nvPr/>
        </p:nvSpPr>
        <p:spPr>
          <a:xfrm>
            <a:off x="1256400" y="1256400"/>
            <a:ext cx="76708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4400" b="1" dirty="0">
                <a:latin typeface="+mj-ea"/>
              </a:rPr>
              <a:t>1) </a:t>
            </a:r>
            <a:r>
              <a:rPr lang="ko-KR" altLang="en-US" sz="4400" b="1" dirty="0">
                <a:latin typeface="+mj-ea"/>
              </a:rPr>
              <a:t>페이지 인증 및 </a:t>
            </a:r>
            <a:r>
              <a:rPr lang="en-US" altLang="ko-KR" sz="4400" b="1" dirty="0">
                <a:latin typeface="+mj-ea"/>
              </a:rPr>
              <a:t>404 </a:t>
            </a:r>
            <a:r>
              <a:rPr lang="ko-KR" altLang="en-US" sz="4400" b="1" dirty="0">
                <a:latin typeface="+mj-ea"/>
              </a:rPr>
              <a:t>처리</a:t>
            </a: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CD57A19F-A451-4F09-84B2-13AB2BD40D6F}"/>
              </a:ext>
            </a:extLst>
          </p:cNvPr>
          <p:cNvGrpSpPr/>
          <p:nvPr/>
        </p:nvGrpSpPr>
        <p:grpSpPr>
          <a:xfrm>
            <a:off x="2443065" y="3022599"/>
            <a:ext cx="13401870" cy="5553426"/>
            <a:chOff x="2640371" y="3022599"/>
            <a:chExt cx="13401870" cy="5553426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113B9CA8-2AA3-49FE-8DD2-E3A0D15875D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0371" y="3022599"/>
              <a:ext cx="6503629" cy="5553425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15DA1F30-03A8-442F-883B-50DA471B726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514"/>
            <a:stretch/>
          </p:blipFill>
          <p:spPr>
            <a:xfrm>
              <a:off x="9424629" y="3022600"/>
              <a:ext cx="6617612" cy="55534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78061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/>
        </p:nvPicPr>
        <p:blipFill>
          <a:blip r:embed="rId3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-4152900" y="5130800"/>
            <a:ext cx="10617200" cy="25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D1D7AC65-B277-4EF7-8C20-0EEDC959FFE1}"/>
              </a:ext>
            </a:extLst>
          </p:cNvPr>
          <p:cNvSpPr/>
          <p:nvPr/>
        </p:nvSpPr>
        <p:spPr>
          <a:xfrm>
            <a:off x="1256400" y="1256400"/>
            <a:ext cx="76708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4400" b="1" dirty="0">
                <a:latin typeface="+mj-ea"/>
              </a:rPr>
              <a:t>2) setup() </a:t>
            </a:r>
            <a:r>
              <a:rPr lang="ko-KR" altLang="en-US" sz="4400" b="1" dirty="0">
                <a:latin typeface="+mj-ea"/>
              </a:rPr>
              <a:t>초기화</a:t>
            </a:r>
            <a:endParaRPr lang="en-US" altLang="ko-KR" sz="4400" b="1" dirty="0">
              <a:latin typeface="+mj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162F1EBE-6713-4026-8105-9BF351A38F5E}"/>
              </a:ext>
            </a:extLst>
          </p:cNvPr>
          <p:cNvGrpSpPr/>
          <p:nvPr/>
        </p:nvGrpSpPr>
        <p:grpSpPr>
          <a:xfrm>
            <a:off x="-5443" y="3238500"/>
            <a:ext cx="18298886" cy="4724400"/>
            <a:chOff x="457200" y="3238500"/>
            <a:chExt cx="18298886" cy="4724400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405EE8E5-BA02-41B8-9665-227FBFA2875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139" b="14083"/>
            <a:stretch/>
          </p:blipFill>
          <p:spPr>
            <a:xfrm>
              <a:off x="8763000" y="4076700"/>
              <a:ext cx="9993086" cy="3886200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36AC01BF-DAC2-4734-B8CF-A29DC01421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4074"/>
            <a:stretch/>
          </p:blipFill>
          <p:spPr>
            <a:xfrm>
              <a:off x="457200" y="3238500"/>
              <a:ext cx="9993086" cy="472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671694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/>
        </p:nvPicPr>
        <p:blipFill>
          <a:blip r:embed="rId3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-4152900" y="5130800"/>
            <a:ext cx="10617200" cy="25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D1D7AC65-B277-4EF7-8C20-0EEDC959FFE1}"/>
              </a:ext>
            </a:extLst>
          </p:cNvPr>
          <p:cNvSpPr/>
          <p:nvPr/>
        </p:nvSpPr>
        <p:spPr>
          <a:xfrm>
            <a:off x="1256400" y="1256400"/>
            <a:ext cx="76708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4400" b="1" dirty="0">
                <a:latin typeface="+mj-ea"/>
              </a:rPr>
              <a:t>3) loop() </a:t>
            </a:r>
            <a:r>
              <a:rPr lang="ko-KR" altLang="en-US" sz="4400" b="1" dirty="0">
                <a:latin typeface="+mj-ea"/>
              </a:rPr>
              <a:t>이벤트 처리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E00B3D9-ED43-43C5-9F1F-FA37A40D29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200" y="1551938"/>
            <a:ext cx="15840000" cy="8376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8732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1D260B3C-4AD6-4C76-8D5C-7B23B021CAE8}"/>
              </a:ext>
            </a:extLst>
          </p:cNvPr>
          <p:cNvGrpSpPr/>
          <p:nvPr/>
        </p:nvGrpSpPr>
        <p:grpSpPr>
          <a:xfrm>
            <a:off x="1130300" y="2260600"/>
            <a:ext cx="3530600" cy="5765800"/>
            <a:chOff x="1130300" y="1155700"/>
            <a:chExt cx="3530600" cy="5765800"/>
          </a:xfrm>
        </p:grpSpPr>
        <p:pic>
          <p:nvPicPr>
            <p:cNvPr id="9" name="Picture 9"/>
            <p:cNvPicPr>
              <a:picLocks noChangeAspect="1"/>
            </p:cNvPicPr>
            <p:nvPr/>
          </p:nvPicPr>
          <p:blipFill>
            <a:blip r:embed="rId3">
              <a:alphaModFix amt="90000"/>
            </a:blip>
            <a:stretch>
              <a:fillRect/>
            </a:stretch>
          </p:blipFill>
          <p:spPr>
            <a:xfrm>
              <a:off x="1130300" y="1155700"/>
              <a:ext cx="3530600" cy="2959100"/>
            </a:xfrm>
            <a:prstGeom prst="rect">
              <a:avLst/>
            </a:prstGeom>
          </p:spPr>
        </p:pic>
        <p:pic>
          <p:nvPicPr>
            <p:cNvPr id="10" name="Picture 1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87500" y="3848100"/>
              <a:ext cx="2921000" cy="3073400"/>
            </a:xfrm>
            <a:prstGeom prst="rect">
              <a:avLst/>
            </a:prstGeom>
          </p:spPr>
        </p:pic>
      </p:grpSp>
      <p:pic>
        <p:nvPicPr>
          <p:cNvPr id="11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3700" y="1460500"/>
            <a:ext cx="10185400" cy="68072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AF38973F-FE6F-4D1B-A08F-E50EE9C466DD}"/>
              </a:ext>
            </a:extLst>
          </p:cNvPr>
          <p:cNvGrpSpPr/>
          <p:nvPr/>
        </p:nvGrpSpPr>
        <p:grpSpPr>
          <a:xfrm>
            <a:off x="4851400" y="2159000"/>
            <a:ext cx="9817100" cy="5969000"/>
            <a:chOff x="4851400" y="1155700"/>
            <a:chExt cx="9817100" cy="5969000"/>
          </a:xfrm>
        </p:grpSpPr>
        <p:pic>
          <p:nvPicPr>
            <p:cNvPr id="9" name="Pictur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51400" y="1155700"/>
              <a:ext cx="9512300" cy="914400"/>
            </a:xfrm>
            <a:prstGeom prst="rect">
              <a:avLst/>
            </a:prstGeom>
          </p:spPr>
        </p:pic>
        <p:pic>
          <p:nvPicPr>
            <p:cNvPr id="10" name="Picture 1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51400" y="2730500"/>
              <a:ext cx="9817100" cy="4394200"/>
            </a:xfrm>
            <a:prstGeom prst="rect">
              <a:avLst/>
            </a:prstGeom>
          </p:spPr>
        </p:pic>
      </p:grpSp>
      <p:pic>
        <p:nvPicPr>
          <p:cNvPr id="11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638300" y="3613150"/>
            <a:ext cx="2959100" cy="30607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25400" y="-12700"/>
            <a:ext cx="1193800" cy="11938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-3759">
            <a:off x="-127000" y="1130300"/>
            <a:ext cx="18592800" cy="25400"/>
          </a:xfrm>
          <a:prstGeom prst="rect">
            <a:avLst/>
          </a:prstGeom>
        </p:spPr>
      </p:pic>
      <p:pic>
        <p:nvPicPr>
          <p:cNvPr id="9218" name="Picture 2" descr="Solution Square : XP-Builder 교육 동영상">
            <a:extLst>
              <a:ext uri="{FF2B5EF4-FFF2-40B4-BE49-F238E27FC236}">
                <a16:creationId xmlns:a16="http://schemas.microsoft.com/office/drawing/2014/main" id="{9C22F33A-B710-43D7-B240-AEBA98B813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171450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7">
            <a:extLst>
              <a:ext uri="{FF2B5EF4-FFF2-40B4-BE49-F238E27FC236}">
                <a16:creationId xmlns:a16="http://schemas.microsoft.com/office/drawing/2014/main" id="{C26BA90D-7783-49C8-85AA-CB52B2BBA5C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25400" y="-12700"/>
            <a:ext cx="1193800" cy="11938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-3759">
            <a:off x="-127000" y="1130300"/>
            <a:ext cx="18592800" cy="25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AEBC24A-0E64-437A-BB9F-2630177119B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754" t="3624" r="5049" b="2906"/>
          <a:stretch/>
        </p:blipFill>
        <p:spPr>
          <a:xfrm>
            <a:off x="3379200" y="3009900"/>
            <a:ext cx="2362200" cy="2359636"/>
          </a:xfrm>
          <a:prstGeom prst="rect">
            <a:avLst/>
          </a:prstGeom>
        </p:spPr>
      </p:pic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16ABC84-BAB6-4D87-AABF-90E729C063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5718457"/>
              </p:ext>
            </p:extLst>
          </p:nvPr>
        </p:nvGraphicFramePr>
        <p:xfrm>
          <a:off x="6477000" y="2955278"/>
          <a:ext cx="96012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9788">
                  <a:extLst>
                    <a:ext uri="{9D8B030D-6E8A-4147-A177-3AD203B41FA5}">
                      <a16:colId xmlns:a16="http://schemas.microsoft.com/office/drawing/2014/main" val="3145184880"/>
                    </a:ext>
                  </a:extLst>
                </a:gridCol>
                <a:gridCol w="484094">
                  <a:extLst>
                    <a:ext uri="{9D8B030D-6E8A-4147-A177-3AD203B41FA5}">
                      <a16:colId xmlns:a16="http://schemas.microsoft.com/office/drawing/2014/main" val="1055347323"/>
                    </a:ext>
                  </a:extLst>
                </a:gridCol>
                <a:gridCol w="6777318">
                  <a:extLst>
                    <a:ext uri="{9D8B030D-6E8A-4147-A177-3AD203B41FA5}">
                      <a16:colId xmlns:a16="http://schemas.microsoft.com/office/drawing/2014/main" val="40941585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800" b="1" dirty="0">
                          <a:solidFill>
                            <a:schemeClr val="tx1"/>
                          </a:solidFill>
                        </a:rPr>
                        <a:t>시리즈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800" b="1">
                          <a:solidFill>
                            <a:schemeClr val="tx1"/>
                          </a:solidFill>
                        </a:rPr>
                        <a:t>:</a:t>
                      </a:r>
                      <a:endParaRPr lang="ko-KR" altLang="en-US" sz="4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4800" b="1">
                          <a:solidFill>
                            <a:schemeClr val="tx1"/>
                          </a:solidFill>
                        </a:rPr>
                        <a:t>IPC Series(wXP)</a:t>
                      </a:r>
                      <a:endParaRPr lang="ko-KR" altLang="en-US" sz="4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0903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800" b="1" dirty="0">
                          <a:solidFill>
                            <a:schemeClr val="tx1"/>
                          </a:solidFill>
                        </a:rPr>
                        <a:t>모델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800" b="1">
                          <a:solidFill>
                            <a:schemeClr val="tx1"/>
                          </a:solidFill>
                        </a:rPr>
                        <a:t>:</a:t>
                      </a:r>
                      <a:endParaRPr lang="ko-KR" altLang="en-US" sz="4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4800" b="1">
                          <a:solidFill>
                            <a:schemeClr val="tx1"/>
                          </a:solidFill>
                        </a:rPr>
                        <a:t>PC/AT</a:t>
                      </a:r>
                      <a:endParaRPr lang="ko-KR" altLang="en-US" sz="4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5739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800" b="1">
                          <a:solidFill>
                            <a:schemeClr val="tx1"/>
                          </a:solidFill>
                        </a:rPr>
                        <a:t>해상도</a:t>
                      </a:r>
                      <a:endParaRPr lang="ko-KR" altLang="en-US" sz="4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800" b="1">
                          <a:solidFill>
                            <a:schemeClr val="tx1"/>
                          </a:solidFill>
                        </a:rPr>
                        <a:t>:</a:t>
                      </a:r>
                      <a:endParaRPr lang="ko-KR" altLang="en-US" sz="4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800" b="1">
                          <a:solidFill>
                            <a:schemeClr val="tx1"/>
                          </a:solidFill>
                        </a:rPr>
                        <a:t>1600x900</a:t>
                      </a:r>
                      <a:endParaRPr lang="ko-KR" altLang="en-US" sz="4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7933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800" b="1">
                          <a:solidFill>
                            <a:schemeClr val="tx1"/>
                          </a:solidFill>
                        </a:rPr>
                        <a:t>버전</a:t>
                      </a:r>
                      <a:endParaRPr lang="ko-KR" altLang="en-US" sz="4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4800" b="1">
                          <a:solidFill>
                            <a:schemeClr val="tx1"/>
                          </a:solidFill>
                        </a:rPr>
                        <a:t>:</a:t>
                      </a:r>
                      <a:endParaRPr lang="ko-KR" altLang="en-US" sz="4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4800" b="1">
                          <a:solidFill>
                            <a:schemeClr val="tx1"/>
                          </a:solidFill>
                        </a:rPr>
                        <a:t>3.9</a:t>
                      </a:r>
                      <a:endParaRPr lang="ko-KR" altLang="en-US" sz="4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47899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800" b="1">
                          <a:solidFill>
                            <a:schemeClr val="tx1"/>
                          </a:solidFill>
                        </a:rPr>
                        <a:t>연결</a:t>
                      </a:r>
                      <a:endParaRPr lang="ko-KR" altLang="en-US" sz="4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4800" b="1">
                          <a:solidFill>
                            <a:schemeClr val="tx1"/>
                          </a:solidFill>
                        </a:rPr>
                        <a:t>:</a:t>
                      </a:r>
                      <a:endParaRPr lang="ko-KR" altLang="en-US" sz="4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4800" b="1" dirty="0">
                          <a:solidFill>
                            <a:schemeClr val="tx1"/>
                          </a:solidFill>
                        </a:rPr>
                        <a:t>192.168.0.1:2143</a:t>
                      </a:r>
                      <a:br>
                        <a:rPr lang="en-US" altLang="ko-KR" sz="4800" b="1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altLang="ko-KR" sz="48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4800" b="1" dirty="0">
                          <a:solidFill>
                            <a:schemeClr val="tx1"/>
                          </a:solidFill>
                        </a:rPr>
                        <a:t>시뮬레이션</a:t>
                      </a:r>
                      <a:r>
                        <a:rPr lang="en-US" altLang="ko-KR" sz="48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4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1982698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pPr latinLnBrk="1"/>
                      <a:endParaRPr lang="ko-KR" altLang="en-US" sz="4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4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4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4916416"/>
                  </a:ext>
                </a:extLst>
              </a:tr>
            </a:tbl>
          </a:graphicData>
        </a:graphic>
      </p:graphicFrame>
      <p:pic>
        <p:nvPicPr>
          <p:cNvPr id="14" name="Picture 7">
            <a:extLst>
              <a:ext uri="{FF2B5EF4-FFF2-40B4-BE49-F238E27FC236}">
                <a16:creationId xmlns:a16="http://schemas.microsoft.com/office/drawing/2014/main" id="{92D55190-B4E5-4F70-820A-EBD6D6133F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2504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25400" y="-12700"/>
            <a:ext cx="1193800" cy="11938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-3759">
            <a:off x="-127000" y="1130300"/>
            <a:ext cx="18592800" cy="25400"/>
          </a:xfrm>
          <a:prstGeom prst="rect">
            <a:avLst/>
          </a:prstGeom>
        </p:spPr>
      </p:pic>
      <p:pic>
        <p:nvPicPr>
          <p:cNvPr id="14" name="Picture 7">
            <a:extLst>
              <a:ext uri="{FF2B5EF4-FFF2-40B4-BE49-F238E27FC236}">
                <a16:creationId xmlns:a16="http://schemas.microsoft.com/office/drawing/2014/main" id="{92D55190-B4E5-4F70-820A-EBD6D6133F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4D97376-0166-4A4C-BD20-F072C45F525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0904" y="1181101"/>
            <a:ext cx="15519192" cy="8341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0073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25400" y="-12700"/>
            <a:ext cx="1193800" cy="11938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-3759">
            <a:off x="-127000" y="1130300"/>
            <a:ext cx="18592800" cy="25400"/>
          </a:xfrm>
          <a:prstGeom prst="rect">
            <a:avLst/>
          </a:prstGeom>
        </p:spPr>
      </p:pic>
      <p:pic>
        <p:nvPicPr>
          <p:cNvPr id="14" name="Picture 7">
            <a:extLst>
              <a:ext uri="{FF2B5EF4-FFF2-40B4-BE49-F238E27FC236}">
                <a16:creationId xmlns:a16="http://schemas.microsoft.com/office/drawing/2014/main" id="{92D55190-B4E5-4F70-820A-EBD6D6133F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4D97376-0166-4A4C-BD20-F072C45F525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0904" y="1181101"/>
            <a:ext cx="15519192" cy="8341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8454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9ADEEE61-4212-4538-BE9A-8C22EF1F2A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2628900"/>
            <a:ext cx="12192000" cy="68580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4E136DA6-EFE0-4B79-9B45-0B768EC79ACE}"/>
              </a:ext>
            </a:extLst>
          </p:cNvPr>
          <p:cNvSpPr/>
          <p:nvPr/>
        </p:nvSpPr>
        <p:spPr>
          <a:xfrm>
            <a:off x="1256400" y="1256400"/>
            <a:ext cx="9564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3600" b="1" dirty="0">
                <a:latin typeface="+mj-ea"/>
              </a:rPr>
              <a:t>1. HMI </a:t>
            </a:r>
            <a:r>
              <a:rPr lang="ko-KR" altLang="en-US" sz="3600" b="1" dirty="0">
                <a:latin typeface="+mj-ea"/>
              </a:rPr>
              <a:t>점멸등 운전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2C2996-2513-4968-9898-6AC13670A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7916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4E136DA6-EFE0-4B79-9B45-0B768EC79ACE}"/>
              </a:ext>
            </a:extLst>
          </p:cNvPr>
          <p:cNvSpPr/>
          <p:nvPr/>
        </p:nvSpPr>
        <p:spPr>
          <a:xfrm>
            <a:off x="1256400" y="1256400"/>
            <a:ext cx="9564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3600" b="1" dirty="0">
                <a:latin typeface="+mj-ea"/>
              </a:rPr>
              <a:t>1. HMI </a:t>
            </a:r>
            <a:r>
              <a:rPr lang="ko-KR" altLang="en-US" sz="3600" b="1" dirty="0">
                <a:latin typeface="+mj-ea"/>
              </a:rPr>
              <a:t>신호등 운전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D8543F-0A03-4300-8904-84D70C31DA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2628900"/>
            <a:ext cx="12192000" cy="6858000"/>
          </a:xfrm>
          <a:prstGeom prst="rect">
            <a:avLst/>
          </a:prstGeom>
        </p:spPr>
      </p:pic>
      <p:pic>
        <p:nvPicPr>
          <p:cNvPr id="9" name="Picture 7">
            <a:extLst>
              <a:ext uri="{FF2B5EF4-FFF2-40B4-BE49-F238E27FC236}">
                <a16:creationId xmlns:a16="http://schemas.microsoft.com/office/drawing/2014/main" id="{4B8BE2BE-B2C1-4868-AAD2-D66A4D69AD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2399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676467C2-012A-4B81-95DC-474FC54393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2628900"/>
            <a:ext cx="12192000" cy="68580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4E136DA6-EFE0-4B79-9B45-0B768EC79ACE}"/>
              </a:ext>
            </a:extLst>
          </p:cNvPr>
          <p:cNvSpPr/>
          <p:nvPr/>
        </p:nvSpPr>
        <p:spPr>
          <a:xfrm>
            <a:off x="1256400" y="1256400"/>
            <a:ext cx="9564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3600" b="1" dirty="0">
                <a:latin typeface="+mj-ea"/>
              </a:rPr>
              <a:t>1. HMI</a:t>
            </a:r>
            <a:r>
              <a:rPr lang="ko-KR" altLang="en-US" sz="3600" b="1" dirty="0">
                <a:latin typeface="+mj-ea"/>
              </a:rPr>
              <a:t> 근접센서 운전</a:t>
            </a:r>
          </a:p>
        </p:txBody>
      </p:sp>
      <p:pic>
        <p:nvPicPr>
          <p:cNvPr id="6" name="Picture 7">
            <a:extLst>
              <a:ext uri="{FF2B5EF4-FFF2-40B4-BE49-F238E27FC236}">
                <a16:creationId xmlns:a16="http://schemas.microsoft.com/office/drawing/2014/main" id="{87DCADB8-678A-41D8-B7C5-8105C69D24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1813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-3759">
            <a:off x="-127000" y="2286000"/>
            <a:ext cx="18592800" cy="254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300" y="1358900"/>
            <a:ext cx="3073400" cy="7112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44500" y="2514600"/>
            <a:ext cx="19177000" cy="12700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4330700"/>
            <a:ext cx="9613900" cy="12700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800" y="7962900"/>
            <a:ext cx="16154400" cy="6477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800" y="6146800"/>
            <a:ext cx="16154400" cy="1270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00823F80-0A6A-4E2D-A052-6385A0F02DAC}"/>
              </a:ext>
            </a:extLst>
          </p:cNvPr>
          <p:cNvGrpSpPr/>
          <p:nvPr/>
        </p:nvGrpSpPr>
        <p:grpSpPr>
          <a:xfrm>
            <a:off x="3198903" y="2400300"/>
            <a:ext cx="11890194" cy="6320504"/>
            <a:chOff x="3581400" y="2419169"/>
            <a:chExt cx="11890194" cy="6320504"/>
          </a:xfrm>
          <a:solidFill>
            <a:schemeClr val="bg1"/>
          </a:solidFill>
        </p:grpSpPr>
        <p:pic>
          <p:nvPicPr>
            <p:cNvPr id="10" name="그림 9" descr="C:\Users\CutTh\Downloads\Wi-Fi_QR_code_ESP_Relay_Control.jpg">
              <a:extLst>
                <a:ext uri="{FF2B5EF4-FFF2-40B4-BE49-F238E27FC236}">
                  <a16:creationId xmlns:a16="http://schemas.microsoft.com/office/drawing/2014/main" id="{75E428AE-13E1-4664-957B-E49DDB653FCA}"/>
                </a:ext>
              </a:extLst>
            </p:cNvPr>
            <p:cNvPicPr/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243" t="23059" r="19179" b="11514"/>
            <a:stretch/>
          </p:blipFill>
          <p:spPr bwMode="auto">
            <a:xfrm>
              <a:off x="3581400" y="3390900"/>
              <a:ext cx="5020232" cy="5334000"/>
            </a:xfrm>
            <a:prstGeom prst="rect">
              <a:avLst/>
            </a:prstGeom>
            <a:grpFill/>
            <a:ln>
              <a:noFill/>
            </a:ln>
          </p:spPr>
        </p:pic>
        <p:pic>
          <p:nvPicPr>
            <p:cNvPr id="11" name="그림 10" descr="C:\Users\CutTh\Downloads\qrcode_chrome.png">
              <a:extLst>
                <a:ext uri="{FF2B5EF4-FFF2-40B4-BE49-F238E27FC236}">
                  <a16:creationId xmlns:a16="http://schemas.microsoft.com/office/drawing/2014/main" id="{F1ECCD06-86A0-41B8-9237-6FB976B389EC}"/>
                </a:ext>
              </a:extLst>
            </p:cNvPr>
            <p:cNvPicPr/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37594" y="3405673"/>
              <a:ext cx="5334000" cy="5334000"/>
            </a:xfrm>
            <a:prstGeom prst="rect">
              <a:avLst/>
            </a:prstGeom>
            <a:grpFill/>
            <a:ln>
              <a:noFill/>
            </a:ln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BB2AB7C-FA9D-46E5-A9E4-FFC7F7C1918C}"/>
                </a:ext>
              </a:extLst>
            </p:cNvPr>
            <p:cNvSpPr txBox="1"/>
            <p:nvPr/>
          </p:nvSpPr>
          <p:spPr>
            <a:xfrm>
              <a:off x="3782046" y="2419170"/>
              <a:ext cx="4639412" cy="1015663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ko-KR" sz="6000" b="1" dirty="0">
                  <a:latin typeface="+mj-ea"/>
                  <a:ea typeface="+mj-ea"/>
                </a:rPr>
                <a:t>ESP </a:t>
              </a:r>
              <a:r>
                <a:rPr lang="en-US" altLang="ko-KR" sz="6000" b="1" dirty="0" err="1">
                  <a:latin typeface="+mj-ea"/>
                  <a:ea typeface="+mj-ea"/>
                </a:rPr>
                <a:t>Wifi</a:t>
              </a:r>
              <a:r>
                <a:rPr lang="en-US" altLang="ko-KR" sz="6000" b="1" dirty="0">
                  <a:latin typeface="+mj-ea"/>
                  <a:ea typeface="+mj-ea"/>
                </a:rPr>
                <a:t> QR</a:t>
              </a:r>
              <a:endParaRPr lang="ko-KR" altLang="en-US" sz="6000" b="1" dirty="0">
                <a:latin typeface="+mj-ea"/>
                <a:ea typeface="+mj-ea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8C30A1-198C-4646-B30E-27EF12565542}"/>
                </a:ext>
              </a:extLst>
            </p:cNvPr>
            <p:cNvSpPr txBox="1"/>
            <p:nvPr/>
          </p:nvSpPr>
          <p:spPr>
            <a:xfrm>
              <a:off x="10131606" y="2419169"/>
              <a:ext cx="5263044" cy="1015663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ko-KR" sz="6000" b="1" dirty="0">
                  <a:latin typeface="+mj-ea"/>
                  <a:ea typeface="+mj-ea"/>
                </a:rPr>
                <a:t>Web Page QR</a:t>
              </a:r>
              <a:endParaRPr lang="ko-KR" altLang="en-US" sz="6000" b="1" dirty="0">
                <a:latin typeface="+mj-ea"/>
                <a:ea typeface="+mj-ea"/>
              </a:endParaRP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E72FD227-2161-48B1-99A7-D0C99E888D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7265149"/>
              </p:ext>
            </p:extLst>
          </p:nvPr>
        </p:nvGraphicFramePr>
        <p:xfrm>
          <a:off x="1447800" y="1736078"/>
          <a:ext cx="16764000" cy="51682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400">
                  <a:extLst>
                    <a:ext uri="{9D8B030D-6E8A-4147-A177-3AD203B41FA5}">
                      <a16:colId xmlns:a16="http://schemas.microsoft.com/office/drawing/2014/main" val="3145184880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1055347323"/>
                    </a:ext>
                  </a:extLst>
                </a:gridCol>
                <a:gridCol w="12344400">
                  <a:extLst>
                    <a:ext uri="{9D8B030D-6E8A-4147-A177-3AD203B41FA5}">
                      <a16:colId xmlns:a16="http://schemas.microsoft.com/office/drawing/2014/main" val="4094158506"/>
                    </a:ext>
                  </a:extLst>
                </a:gridCol>
              </a:tblGrid>
              <a:tr h="172276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0" b="1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ID</a:t>
                      </a:r>
                      <a:endParaRPr lang="ko-KR" altLang="en-US" sz="8000" b="1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0" b="1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: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0" b="1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admin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0903373"/>
                  </a:ext>
                </a:extLst>
              </a:tr>
              <a:tr h="172276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0" b="1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PW</a:t>
                      </a:r>
                      <a:endParaRPr lang="ko-KR" altLang="en-US" sz="8000" b="1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0" b="1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: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0" b="1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team_B_261023_kopo!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5739516"/>
                  </a:ext>
                </a:extLst>
              </a:tr>
              <a:tr h="172276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8000" b="1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PW QR</a:t>
                      </a:r>
                      <a:endParaRPr lang="ko-KR" altLang="en-US" sz="8000" b="1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0" b="1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:</a:t>
                      </a:r>
                      <a:endParaRPr lang="ko-KR" altLang="en-US" sz="8000" b="1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0" b="1" dirty="0">
                        <a:solidFill>
                          <a:schemeClr val="tx1"/>
                        </a:solidFill>
                        <a:latin typeface="+mj-ea"/>
                        <a:ea typeface="+mj-ea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2136295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3BCF482E-7744-472E-A4F7-6A46ED2FC43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836" t="9836"/>
          <a:stretch/>
        </p:blipFill>
        <p:spPr>
          <a:xfrm>
            <a:off x="5943600" y="5295900"/>
            <a:ext cx="4191000" cy="419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5461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alphaModFix amt="2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-3759">
            <a:off x="-127000" y="1130300"/>
            <a:ext cx="18592800" cy="254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900" y="4064000"/>
            <a:ext cx="9740900" cy="18034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FF27E060-6DB2-4D94-B593-71B2CE2DFC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" y="508000"/>
            <a:ext cx="3048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900" y="4064000"/>
            <a:ext cx="9740900" cy="1803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BAF21B-AE6E-47F0-8D93-AB306055B2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76200" y="-12700"/>
            <a:ext cx="1244600" cy="1193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_xmlsignatures/_rels/origin.sigs.rels><?xml version="1.0" encoding="UTF-8" standalone="yes"?>
<Relationships xmlns="http://schemas.openxmlformats.org/package/2006/relationships"><Relationship Id="rId1" Type="http://schemas.openxmlformats.org/package/2006/relationships/digital-signature/signature" Target="sig1.xml"/></Relationships>
</file>

<file path=_xmlsignatures/sig1.xml><?xml version="1.0" encoding="utf-8"?>
<Signature xmlns="http://www.w3.org/2000/09/xmldsig#" Id="idPackageSignature">
  <SignedInfo>
    <CanonicalizationMethod Algorithm="http://www.w3.org/TR/2001/REC-xml-c14n-20010315"/>
    <SignatureMethod Algorithm="http://www.w3.org/2001/04/xmldsig-more#ecdsa-sha384"/>
    <Reference Type="http://www.w3.org/2000/09/xmldsig#Object" URI="#idPackageObject">
      <DigestMethod Algorithm="http://www.w3.org/2001/04/xmldsig-more#sha384"/>
      <DigestValue>5sU4cEalv9xTvWpsFv+s86ZHbgGoJkNV6PX7URItXlpkmBEa0HKzMhw9pikhXmVG</DigestValue>
    </Reference>
    <Reference Type="http://www.w3.org/2000/09/xmldsig#Object" URI="#idOfficeObject">
      <DigestMethod Algorithm="http://www.w3.org/2001/04/xmldsig-more#sha384"/>
      <DigestValue>XZwaInngn/9bU0hYjVM1TlE2Xv7mnilN7QBxiaQ9kmtwUJ2HEqL9TitAGgrBRCmh</DigestValue>
    </Reference>
    <Reference Type="http://uri.etsi.org/01903#SignedProperties" URI="#idSignedProperties">
      <Transforms>
        <Transform Algorithm="http://www.w3.org/TR/2001/REC-xml-c14n-20010315"/>
      </Transforms>
      <DigestMethod Algorithm="http://www.w3.org/2001/04/xmldsig-more#sha384"/>
      <DigestValue>UgK1P1YfTwZtbyL855G+khqWmjglpX0Sh19MxvDdw9lQurBcHp6ksw7M/hSdO2Gq</DigestValue>
    </Reference>
  </SignedInfo>
  <SignatureValue>FJkES0jgNGBEjdNh1kKae41kJNaGgxloumfn3TvIccfS1PzMwsmAK5+vdBe7QFDiaI8nnC1FEjpL
qk5W0qZLU16h91U784s5kDc4XKID1r7MynfQWxrPBLJppw9Cbbpe</SignatureValue>
  <KeyInfo>
    <X509Data>
      <X509Certificate>MIIBqzCCATGgAwIBAgIIeUdUkHaiwXswCgYIKoZIzj0EAwMwLzEtMCsGA1UEAxMkYzRlOTY3NDctNzQyMi00NzJkLTliZTYtZDU2Mzg3NzI0NzIwMB4XDTI2MDgxOTEyNTExNVoXDTI3MDgyMDAwNTExNVowLzEtMCsGA1UEAxMkYzRlOTY3NDctNzQyMi00NzJkLTliZTYtZDU2Mzg3NzI0NzIwMHYwEAYHKoZIzj0CAQYFK4EEACIDYgAEeRba/Pyw/1gKPyXIEhFdmolZDuWtZFfYQWWOk21hb8qxydq8IJAzJS4I14yz4+EOXFJECqhc4JN64og5oynMXQbIM4szLIlu8pbDX+s0esMKVg185rCesQ7AQ2uVZQ/ZoxowGDAJBgNVHRMEAjAAMAsGA1UdDwQEAwIHgDAKBggqhkjOPQQDAwNoADBlAjB7CPpznBgTsDJIdcJKbrfYwRiEXWoqr0yX/IqM7KqqIa1jSCDDtcOqfJhn9rWoDeMCMQCrP9AayTsaiTlWt0mLhfXK5S4REVwX9IujyxM6LZQIbTfFayOajeWdIu9fVMTdo6c=</X509Certificate>
    </X509Data>
  </KeyInfo>
  <Object Id="idPackageObject">
    <Manifest>
      <Reference URI="/_rels/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LqXyoR7Obg/4ueBgP4vHEvDgJw1Of/31pxr5yH6uWCIENB5OwyEPinwaaq2GV2LQ</DigestValue>
      </Reference>
      <Reference URI="/ppt/_rels/presentation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1"/>
            <mdssi:RelationshipReference xmlns:mdssi="http://schemas.openxmlformats.org/package/2006/digital-signature" SourceId="rId34"/>
            <mdssi:RelationshipReference xmlns:mdssi="http://schemas.openxmlformats.org/package/2006/digital-signature" SourceId="rId42"/>
            <mdssi:RelationshipReference xmlns:mdssi="http://schemas.openxmlformats.org/package/2006/digital-signature" SourceId="rId47"/>
            <mdssi:RelationshipReference xmlns:mdssi="http://schemas.openxmlformats.org/package/2006/digital-signature" SourceId="rId50"/>
            <mdssi:RelationshipReference xmlns:mdssi="http://schemas.openxmlformats.org/package/2006/digital-signature" SourceId="rId55"/>
            <mdssi:RelationshipReference xmlns:mdssi="http://schemas.openxmlformats.org/package/2006/digital-signature" SourceId="rId7"/>
            <mdssi:RelationshipReference xmlns:mdssi="http://schemas.openxmlformats.org/package/2006/digital-signature" SourceId="rId2"/>
            <mdssi:RelationshipReference xmlns:mdssi="http://schemas.openxmlformats.org/package/2006/digital-signature" SourceId="rId16"/>
            <mdssi:RelationshipReference xmlns:mdssi="http://schemas.openxmlformats.org/package/2006/digital-signature" SourceId="rId29"/>
            <mdssi:RelationshipReference xmlns:mdssi="http://schemas.openxmlformats.org/package/2006/digital-signature" SourceId="rId11"/>
            <mdssi:RelationshipReference xmlns:mdssi="http://schemas.openxmlformats.org/package/2006/digital-signature" SourceId="rId24"/>
            <mdssi:RelationshipReference xmlns:mdssi="http://schemas.openxmlformats.org/package/2006/digital-signature" SourceId="rId32"/>
            <mdssi:RelationshipReference xmlns:mdssi="http://schemas.openxmlformats.org/package/2006/digital-signature" SourceId="rId37"/>
            <mdssi:RelationshipReference xmlns:mdssi="http://schemas.openxmlformats.org/package/2006/digital-signature" SourceId="rId40"/>
            <mdssi:RelationshipReference xmlns:mdssi="http://schemas.openxmlformats.org/package/2006/digital-signature" SourceId="rId45"/>
            <mdssi:RelationshipReference xmlns:mdssi="http://schemas.openxmlformats.org/package/2006/digital-signature" SourceId="rId53"/>
            <mdssi:RelationshipReference xmlns:mdssi="http://schemas.openxmlformats.org/package/2006/digital-signature" SourceId="rId5"/>
            <mdssi:RelationshipReference xmlns:mdssi="http://schemas.openxmlformats.org/package/2006/digital-signature" SourceId="rId10"/>
            <mdssi:RelationshipReference xmlns:mdssi="http://schemas.openxmlformats.org/package/2006/digital-signature" SourceId="rId19"/>
            <mdssi:RelationshipReference xmlns:mdssi="http://schemas.openxmlformats.org/package/2006/digital-signature" SourceId="rId31"/>
            <mdssi:RelationshipReference xmlns:mdssi="http://schemas.openxmlformats.org/package/2006/digital-signature" SourceId="rId44"/>
            <mdssi:RelationshipReference xmlns:mdssi="http://schemas.openxmlformats.org/package/2006/digital-signature" SourceId="rId52"/>
            <mdssi:RelationshipReference xmlns:mdssi="http://schemas.openxmlformats.org/package/2006/digital-signature" SourceId="rId4"/>
            <mdssi:RelationshipReference xmlns:mdssi="http://schemas.openxmlformats.org/package/2006/digital-signature" SourceId="rId9"/>
            <mdssi:RelationshipReference xmlns:mdssi="http://schemas.openxmlformats.org/package/2006/digital-signature" SourceId="rId14"/>
            <mdssi:RelationshipReference xmlns:mdssi="http://schemas.openxmlformats.org/package/2006/digital-signature" SourceId="rId22"/>
            <mdssi:RelationshipReference xmlns:mdssi="http://schemas.openxmlformats.org/package/2006/digital-signature" SourceId="rId27"/>
            <mdssi:RelationshipReference xmlns:mdssi="http://schemas.openxmlformats.org/package/2006/digital-signature" SourceId="rId30"/>
            <mdssi:RelationshipReference xmlns:mdssi="http://schemas.openxmlformats.org/package/2006/digital-signature" SourceId="rId35"/>
            <mdssi:RelationshipReference xmlns:mdssi="http://schemas.openxmlformats.org/package/2006/digital-signature" SourceId="rId43"/>
            <mdssi:RelationshipReference xmlns:mdssi="http://schemas.openxmlformats.org/package/2006/digital-signature" SourceId="rId48"/>
            <mdssi:RelationshipReference xmlns:mdssi="http://schemas.openxmlformats.org/package/2006/digital-signature" SourceId="rId8"/>
            <mdssi:RelationshipReference xmlns:mdssi="http://schemas.openxmlformats.org/package/2006/digital-signature" SourceId="rId51"/>
            <mdssi:RelationshipReference xmlns:mdssi="http://schemas.openxmlformats.org/package/2006/digital-signature" SourceId="rId3"/>
            <mdssi:RelationshipReference xmlns:mdssi="http://schemas.openxmlformats.org/package/2006/digital-signature" SourceId="rId12"/>
            <mdssi:RelationshipReference xmlns:mdssi="http://schemas.openxmlformats.org/package/2006/digital-signature" SourceId="rId17"/>
            <mdssi:RelationshipReference xmlns:mdssi="http://schemas.openxmlformats.org/package/2006/digital-signature" SourceId="rId25"/>
            <mdssi:RelationshipReference xmlns:mdssi="http://schemas.openxmlformats.org/package/2006/digital-signature" SourceId="rId33"/>
            <mdssi:RelationshipReference xmlns:mdssi="http://schemas.openxmlformats.org/package/2006/digital-signature" SourceId="rId38"/>
            <mdssi:RelationshipReference xmlns:mdssi="http://schemas.openxmlformats.org/package/2006/digital-signature" SourceId="rId46"/>
            <mdssi:RelationshipReference xmlns:mdssi="http://schemas.openxmlformats.org/package/2006/digital-signature" SourceId="rId20"/>
            <mdssi:RelationshipReference xmlns:mdssi="http://schemas.openxmlformats.org/package/2006/digital-signature" SourceId="rId41"/>
            <mdssi:RelationshipReference xmlns:mdssi="http://schemas.openxmlformats.org/package/2006/digital-signature" SourceId="rId54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15"/>
            <mdssi:RelationshipReference xmlns:mdssi="http://schemas.openxmlformats.org/package/2006/digital-signature" SourceId="rId23"/>
            <mdssi:RelationshipReference xmlns:mdssi="http://schemas.openxmlformats.org/package/2006/digital-signature" SourceId="rId28"/>
            <mdssi:RelationshipReference xmlns:mdssi="http://schemas.openxmlformats.org/package/2006/digital-signature" SourceId="rId36"/>
            <mdssi:RelationshipReference xmlns:mdssi="http://schemas.openxmlformats.org/package/2006/digital-signature" SourceId="rId49"/>
            <mdssi:RelationshipReference xmlns:mdssi="http://schemas.openxmlformats.org/package/2006/digital-signature" SourceId="rId13"/>
            <mdssi:RelationshipReference xmlns:mdssi="http://schemas.openxmlformats.org/package/2006/digital-signature" SourceId="rId18"/>
            <mdssi:RelationshipReference xmlns:mdssi="http://schemas.openxmlformats.org/package/2006/digital-signature" SourceId="rId26"/>
            <mdssi:RelationshipReference xmlns:mdssi="http://schemas.openxmlformats.org/package/2006/digital-signature" SourceId="rId39"/>
          </Transform>
          <Transform Algorithm="http://www.w3.org/TR/2001/REC-xml-c14n-20010315"/>
        </Transforms>
        <DigestMethod Algorithm="http://www.w3.org/2001/04/xmldsig-more#sha384"/>
        <DigestValue>i5BmnqPG1Xi7dyaggvrBVs644C+k/q3LmB3YvDfemG8M1j1dKrovTh/KSfDux+dE</DigestValue>
      </Reference>
      <Reference URI="/ppt/fonts/font1.fntdata?ContentType=application/x-fontdata">
        <DigestMethod Algorithm="http://www.w3.org/2001/04/xmldsig-more#sha384"/>
        <DigestValue>O1XvTM0QMay97HKKTLDaW5m6Zqvl2eRxST75yuM1dGHLX5WkxLo5MCopPpjcJTUX</DigestValue>
      </Reference>
      <Reference URI="/ppt/fonts/font2.fntdata?ContentType=application/x-fontdata">
        <DigestMethod Algorithm="http://www.w3.org/2001/04/xmldsig-more#sha384"/>
        <DigestValue>txwugLNCszSPfHO5KSzD0pYh2SBTFNkgEn41LO7H4M5UzE4/4y5H9msuIckUdxGk</DigestValue>
      </Reference>
      <Reference URI="/ppt/fonts/font3.fntdata?ContentType=application/x-fontdata">
        <DigestMethod Algorithm="http://www.w3.org/2001/04/xmldsig-more#sha384"/>
        <DigestValue>lNpD0VxXmIpJdXhIuNrtqXre4ExqfWzkqyZps/bZhnLLdx4kv5Q/m1nk92xqzr4z</DigestValue>
      </Reference>
      <Reference URI="/ppt/fonts/font4.fntdata?ContentType=application/x-fontdata">
        <DigestMethod Algorithm="http://www.w3.org/2001/04/xmldsig-more#sha384"/>
        <DigestValue>a0j+RNYyVbcYSvMwCAkxZgf8dbechQ/kGbi2HLSxu42JM1cCU9hoYc5yX9WfppVx</DigestValue>
      </Reference>
      <Reference URI="/ppt/fonts/font5.fntdata?ContentType=application/x-fontdata">
        <DigestMethod Algorithm="http://www.w3.org/2001/04/xmldsig-more#sha384"/>
        <DigestValue>4B23nLjcLW4zx7nOYg8tUK42ISkUlkn3VTrJJIFa5DCuyfROOVcToeGMeNKGVe6o</DigestValue>
      </Reference>
      <Reference URI="/ppt/fonts/font6.fntdata?ContentType=application/x-fontdata">
        <DigestMethod Algorithm="http://www.w3.org/2001/04/xmldsig-more#sha384"/>
        <DigestValue>OyQGFju5wbzvG2pWlvcsSrqlN8zuJ3xRAAwyDX6jpJThcEWaZMuEbdrpAzOg/AVc</DigestValue>
      </Reference>
      <Reference URI="/ppt/media/image1.png?ContentType=image/png">
        <DigestMethod Algorithm="http://www.w3.org/2001/04/xmldsig-more#sha384"/>
        <DigestValue>W1NxzJU7Wx+a6++X4F8ZPHJxABNjoKWwZ64AuCiG9ufEZmTFTGqzPb7nZ+33HPOC</DigestValue>
      </Reference>
      <Reference URI="/ppt/media/image10.png?ContentType=image/png">
        <DigestMethod Algorithm="http://www.w3.org/2001/04/xmldsig-more#sha384"/>
        <DigestValue>m3DWUslEhkQxn6DvK5kYT2Ql6f2mn4riIlzbyYcGIMmKzhv8m1Z0Dl30kNcnFRGu</DigestValue>
      </Reference>
      <Reference URI="/ppt/media/image100.png?ContentType=image/png">
        <DigestMethod Algorithm="http://www.w3.org/2001/04/xmldsig-more#sha384"/>
        <DigestValue>+Orc4PVd1N3HL+WxHOxAc5CdXH/a3309qrhcfHoOBDac8p0loMOElkegBmHX3H+8</DigestValue>
      </Reference>
      <Reference URI="/ppt/media/image101.png?ContentType=image/png">
        <DigestMethod Algorithm="http://www.w3.org/2001/04/xmldsig-more#sha384"/>
        <DigestValue>lkgJc5K2p4wkVy53JIht0EuEYOPIUtoLIDc7r/N+amFlqCop/JawQETR6RP6Jy/f</DigestValue>
      </Reference>
      <Reference URI="/ppt/media/image102.jpeg?ContentType=image/jpeg">
        <DigestMethod Algorithm="http://www.w3.org/2001/04/xmldsig-more#sha384"/>
        <DigestValue>eEBStw2cFMUj0t/trDgxZq2pA04qklAtn22NZGFGE9q1jIZFPVozoxSxrYUHZDHJ</DigestValue>
      </Reference>
      <Reference URI="/ppt/media/image103.png?ContentType=image/png">
        <DigestMethod Algorithm="http://www.w3.org/2001/04/xmldsig-more#sha384"/>
        <DigestValue>Larv9I4q5lzODv7y9Q41tumK4WKOfPb+oWz1cNZm2JuA1kuFTNSqpAPZu9Z1Mh/T</DigestValue>
      </Reference>
      <Reference URI="/ppt/media/image104.png?ContentType=image/png">
        <DigestMethod Algorithm="http://www.w3.org/2001/04/xmldsig-more#sha384"/>
        <DigestValue>9l6SunJ/dlS41hrTQyBOrzbcgYQeNYxqykmNrstuCNJ6lZBdaQkh2TPxCHpxbbzI</DigestValue>
      </Reference>
      <Reference URI="/ppt/media/image105.png?ContentType=image/png">
        <DigestMethod Algorithm="http://www.w3.org/2001/04/xmldsig-more#sha384"/>
        <DigestValue>h7M8LaAdzQx6N+m6sn34L8MshCRFEXwr48WG4CjoafIimH9KKaOq1abf47CLRhTp</DigestValue>
      </Reference>
      <Reference URI="/ppt/media/image106.png?ContentType=image/png">
        <DigestMethod Algorithm="http://www.w3.org/2001/04/xmldsig-more#sha384"/>
        <DigestValue>Ed+YwOZMxu/pvOf9VWrhcUwiOMImnBACZWMJEjPvHjhYYBlWihUu4lbd0wVLZFCS</DigestValue>
      </Reference>
      <Reference URI="/ppt/media/image11.png?ContentType=image/png">
        <DigestMethod Algorithm="http://www.w3.org/2001/04/xmldsig-more#sha384"/>
        <DigestValue>tU6LR515ZTlTZx9ZnUl2auMqNfHk1gpbx++w0sHfrREfghL0cvFg2HbQ1bzeh6XN</DigestValue>
      </Reference>
      <Reference URI="/ppt/media/image12.png?ContentType=image/png">
        <DigestMethod Algorithm="http://www.w3.org/2001/04/xmldsig-more#sha384"/>
        <DigestValue>g6rTS86kUsGBdAwlbSUzKMX7zWWFf5avmGwEUt/N4RrcR+1C/aUZepRx3DHP/63A</DigestValue>
      </Reference>
      <Reference URI="/ppt/media/image13.svg?ContentType=image/svg+xml">
        <DigestMethod Algorithm="http://www.w3.org/2001/04/xmldsig-more#sha384"/>
        <DigestValue>Obyx3Rp0qCAvtJtsb2jiIQqyFv0rKRlj4QThWp+nV2ti2QECDlYrRE55MpHsixWa</DigestValue>
      </Reference>
      <Reference URI="/ppt/media/image14.png?ContentType=image/png">
        <DigestMethod Algorithm="http://www.w3.org/2001/04/xmldsig-more#sha384"/>
        <DigestValue>KywwFVx6Un5+0TZZK71tH2QyB3nS+C9E1BFviNeBrObHFz0dAAkXLsRVj6Aw28iG</DigestValue>
      </Reference>
      <Reference URI="/ppt/media/image15.svg?ContentType=image/svg+xml">
        <DigestMethod Algorithm="http://www.w3.org/2001/04/xmldsig-more#sha384"/>
        <DigestValue>Q1kZYU8wyn8o90QYNTy2rwQYEpNq3giHlUD2A6H6J7WQHj27UQR4o0goW1xdyHjc</DigestValue>
      </Reference>
      <Reference URI="/ppt/media/image16.png?ContentType=image/png">
        <DigestMethod Algorithm="http://www.w3.org/2001/04/xmldsig-more#sha384"/>
        <DigestValue>EJRQc7aXVe8iq1hvhS9ibAuppAgJL+m1OagsvnMOOclcO64YCJgypuvPNHSHg4tH</DigestValue>
      </Reference>
      <Reference URI="/ppt/media/image17.svg?ContentType=image/svg+xml">
        <DigestMethod Algorithm="http://www.w3.org/2001/04/xmldsig-more#sha384"/>
        <DigestValue>sNdaba5HBw9c9BhvOgVOXs/7QGnQIZlcsFQKzzUiTDVOpouw5FAo49U1Vs8tAmUN</DigestValue>
      </Reference>
      <Reference URI="/ppt/media/image18.png?ContentType=image/png">
        <DigestMethod Algorithm="http://www.w3.org/2001/04/xmldsig-more#sha384"/>
        <DigestValue>cj4KFm1pqYvbDy2/fSLO46NuMkN01W0z8jZkTEDvIz8KaHrcxBHvgyLrqElEpfDq</DigestValue>
      </Reference>
      <Reference URI="/ppt/media/image19.png?ContentType=image/png">
        <DigestMethod Algorithm="http://www.w3.org/2001/04/xmldsig-more#sha384"/>
        <DigestValue>mnyBHpcu2YPFUwgxVcU995wAL74ZIylxiQN0MaChHBeHFSC9j9XUeb5f9anX3BFj</DigestValue>
      </Reference>
      <Reference URI="/ppt/media/image2.png?ContentType=image/png">
        <DigestMethod Algorithm="http://www.w3.org/2001/04/xmldsig-more#sha384"/>
        <DigestValue>trxbMC/4UO5VCrT2Md3JQCuGk0ZxN7SXMNr/wrr0paH8AZ1yU8s2UCRbEeLWypqI</DigestValue>
      </Reference>
      <Reference URI="/ppt/media/image20.png?ContentType=image/png">
        <DigestMethod Algorithm="http://www.w3.org/2001/04/xmldsig-more#sha384"/>
        <DigestValue>lPQBnX9cKGXieUY7twxQh7oYKMi8mdcCL0dekY/AbabEDzIbQJG7LvyUqmTqBP1w</DigestValue>
      </Reference>
      <Reference URI="/ppt/media/image21.png?ContentType=image/png">
        <DigestMethod Algorithm="http://www.w3.org/2001/04/xmldsig-more#sha384"/>
        <DigestValue>63g13POMs4l1VTrbRShSTh+tFD5LCnp6aKX3VzWfX9w/iBQjM19ZSw9bGIzVcvho</DigestValue>
      </Reference>
      <Reference URI="/ppt/media/image22.png?ContentType=image/png">
        <DigestMethod Algorithm="http://www.w3.org/2001/04/xmldsig-more#sha384"/>
        <DigestValue>AxFk9s4Mk8GGCc/l3Luhnr6ZcfDL0ip7oJW2RVAK0FL+o9kvUExIByY+Unq5Bfgd</DigestValue>
      </Reference>
      <Reference URI="/ppt/media/image23.svg?ContentType=image/svg+xml">
        <DigestMethod Algorithm="http://www.w3.org/2001/04/xmldsig-more#sha384"/>
        <DigestValue>QBJHT7QEzOkGIukpieC/DrNv+GWaghXER6yieRQl/Fc+DmTzoNEZ/SOAVdFAdzio</DigestValue>
      </Reference>
      <Reference URI="/ppt/media/image24.png?ContentType=image/png">
        <DigestMethod Algorithm="http://www.w3.org/2001/04/xmldsig-more#sha384"/>
        <DigestValue>pIRXwDnKjRCtUVogpF9visGUKdVLL5IJ6w6PwzoZh42CLeAllICfX3aJsD9/O3e6</DigestValue>
      </Reference>
      <Reference URI="/ppt/media/image25.svg?ContentType=image/svg+xml">
        <DigestMethod Algorithm="http://www.w3.org/2001/04/xmldsig-more#sha384"/>
        <DigestValue>qpJQz0APweK26BfGC/aNJFpS8WOO7NPwyy3z9UeV94/0wPkoGHNZ4ALlRnzsTenf</DigestValue>
      </Reference>
      <Reference URI="/ppt/media/image26.png?ContentType=image/png">
        <DigestMethod Algorithm="http://www.w3.org/2001/04/xmldsig-more#sha384"/>
        <DigestValue>j89CX0QitVP3wumU03a14MQvdVd51uZJoK25c7r1ylCsWf3Rdgl7Y7u9TZ6HvpsG</DigestValue>
      </Reference>
      <Reference URI="/ppt/media/image27.png?ContentType=image/png">
        <DigestMethod Algorithm="http://www.w3.org/2001/04/xmldsig-more#sha384"/>
        <DigestValue>rN+Be8mel2989G7CRFTjyr1YNh+yN2tJKN9E2Y2HvZuCA5ZFol8TK6gLShs1b1/Y</DigestValue>
      </Reference>
      <Reference URI="/ppt/media/image28.png?ContentType=image/png">
        <DigestMethod Algorithm="http://www.w3.org/2001/04/xmldsig-more#sha384"/>
        <DigestValue>E7EG3LH2n5r5D/VsCUN6ZjWca5woLhqHP/sed2ZsL3Q/dsb7fve00gbHXRubI8yv</DigestValue>
      </Reference>
      <Reference URI="/ppt/media/image29.png?ContentType=image/png">
        <DigestMethod Algorithm="http://www.w3.org/2001/04/xmldsig-more#sha384"/>
        <DigestValue>du78fcmvRGGA3MicPlwy6f0yZ+UpmF/d92bM4l6HuD2DBdaCe6OcNjMxCMt/oAl5</DigestValue>
      </Reference>
      <Reference URI="/ppt/media/image3.svg?ContentType=image/svg+xml">
        <DigestMethod Algorithm="http://www.w3.org/2001/04/xmldsig-more#sha384"/>
        <DigestValue>fhesCDQiiKf2adKqUiAPM5M/d4XaRuxQaMSGWqIdv1lQZQ0KZJ+qWmQ59/Blxzlj</DigestValue>
      </Reference>
      <Reference URI="/ppt/media/image30.svg?ContentType=image/svg+xml">
        <DigestMethod Algorithm="http://www.w3.org/2001/04/xmldsig-more#sha384"/>
        <DigestValue>gLIuGnCw+Lck0Ub8FlvHx2E5n2h74WFFv6NfoOLSpNJmlQI7I1SC2J7ZYQfgX0k6</DigestValue>
      </Reference>
      <Reference URI="/ppt/media/image31.png?ContentType=image/png">
        <DigestMethod Algorithm="http://www.w3.org/2001/04/xmldsig-more#sha384"/>
        <DigestValue>yG46JXlx5btQojjM1eUMWZ+CUao1k8gxl4wImok+7gvgJI0TpmN3rq/HJIUcVK6z</DigestValue>
      </Reference>
      <Reference URI="/ppt/media/image32.png?ContentType=image/png">
        <DigestMethod Algorithm="http://www.w3.org/2001/04/xmldsig-more#sha384"/>
        <DigestValue>eVkJei8lAOjVjODU7taVssyTLDKrLVvy00mP6HWE9QiPp83sRYKJzAjpXVSeZUXL</DigestValue>
      </Reference>
      <Reference URI="/ppt/media/image33.png?ContentType=image/png">
        <DigestMethod Algorithm="http://www.w3.org/2001/04/xmldsig-more#sha384"/>
        <DigestValue>glfZ13z8+haO4vangOdzIQzgNWhIeqWdWBotwxcfg5UgI9/gSDxGRu5qMqPgLphz</DigestValue>
      </Reference>
      <Reference URI="/ppt/media/image34.png?ContentType=image/png">
        <DigestMethod Algorithm="http://www.w3.org/2001/04/xmldsig-more#sha384"/>
        <DigestValue>FXj3+xa8LkCu/QgCntJq/WTYUYzcedtw6tdLvCqVEsQFflVOcgAPbajlGGZAyCUq</DigestValue>
      </Reference>
      <Reference URI="/ppt/media/image35.png?ContentType=image/png">
        <DigestMethod Algorithm="http://www.w3.org/2001/04/xmldsig-more#sha384"/>
        <DigestValue>10QmTqc4qe6K2kCs8TRJGtv9YX0JhhLu1W34JAKUdlJ3CndiKlu1BUn96nZNxJLN</DigestValue>
      </Reference>
      <Reference URI="/ppt/media/image36.png?ContentType=image/png">
        <DigestMethod Algorithm="http://www.w3.org/2001/04/xmldsig-more#sha384"/>
        <DigestValue>R7+j6EDrpOA+fXEycE9VbT+M4RHioco9LOLKv82Oe6EzwXND2Rtq7yXlZB34tpD6</DigestValue>
      </Reference>
      <Reference URI="/ppt/media/image37.svg?ContentType=image/svg+xml">
        <DigestMethod Algorithm="http://www.w3.org/2001/04/xmldsig-more#sha384"/>
        <DigestValue>a6b4Gg3qToP6Ey249ahUaQTXaP9cvDs+d4/NTdaaHjrHW2spD3zN7Ck1dmnQNsJ+</DigestValue>
      </Reference>
      <Reference URI="/ppt/media/image38.png?ContentType=image/png">
        <DigestMethod Algorithm="http://www.w3.org/2001/04/xmldsig-more#sha384"/>
        <DigestValue>hNKGFUyKaG+LQdv1P6ZwceDWFyTsQs0pRkKU55E40ytHkRkbPXw3InBWwPlKww47</DigestValue>
      </Reference>
      <Reference URI="/ppt/media/image39.png?ContentType=image/png">
        <DigestMethod Algorithm="http://www.w3.org/2001/04/xmldsig-more#sha384"/>
        <DigestValue>xMUbpsGZ/tniPm1rEcMgV2t1H6aUGwuG7pFw/0NOIQEWBrMfFBv7zHAYdRyhHW3J</DigestValue>
      </Reference>
      <Reference URI="/ppt/media/image4.png?ContentType=image/png">
        <DigestMethod Algorithm="http://www.w3.org/2001/04/xmldsig-more#sha384"/>
        <DigestValue>MmgvQhLI9ZUmYk44fSBckmqEyQtHmXtr4cPDy5FBCxGNmoD6JJ40QaippIILWBy2</DigestValue>
      </Reference>
      <Reference URI="/ppt/media/image40.png?ContentType=image/png">
        <DigestMethod Algorithm="http://www.w3.org/2001/04/xmldsig-more#sha384"/>
        <DigestValue>XwJAaj8NGOf1+ih70N/QOq9iZ02Ujra1I2sduAPioMHoMyGXB56bYdvXyD2oXIlW</DigestValue>
      </Reference>
      <Reference URI="/ppt/media/image41.png?ContentType=image/png">
        <DigestMethod Algorithm="http://www.w3.org/2001/04/xmldsig-more#sha384"/>
        <DigestValue>INEliV5+DfrY9i02nm/JfLXSETZt90AdUyapcgTs8+3CcvRMjJsUKnWrl+sX06q+</DigestValue>
      </Reference>
      <Reference URI="/ppt/media/image42.png?ContentType=image/png">
        <DigestMethod Algorithm="http://www.w3.org/2001/04/xmldsig-more#sha384"/>
        <DigestValue>+pebpZJJibi0lgdG29lNGy4o+vH9RPISADfzZj99yRTwqc6Cg1CJsmjYHKvSU77N</DigestValue>
      </Reference>
      <Reference URI="/ppt/media/image43.png?ContentType=image/png">
        <DigestMethod Algorithm="http://www.w3.org/2001/04/xmldsig-more#sha384"/>
        <DigestValue>QAvkhjvg1r8GieP4uwKnOYNWBS50wEdzTEMYC1R6g1P8gBGgJUKWutD2TKZGGFdQ</DigestValue>
      </Reference>
      <Reference URI="/ppt/media/image44.png?ContentType=image/png">
        <DigestMethod Algorithm="http://www.w3.org/2001/04/xmldsig-more#sha384"/>
        <DigestValue>VIxMrGG/3REofmKeOnS5bc4skfgRit8IBWsSEaGVgiavUDLMDberwBjsO6zkCVyw</DigestValue>
      </Reference>
      <Reference URI="/ppt/media/image45.png?ContentType=image/png">
        <DigestMethod Algorithm="http://www.w3.org/2001/04/xmldsig-more#sha384"/>
        <DigestValue>Uhklqoa4QfseOl1qMYaSLbhHv1Xlhv6phFwE2kS50ovZ+4PfU6OFwX4kywpQ1Jzs</DigestValue>
      </Reference>
      <Reference URI="/ppt/media/image46.svg?ContentType=image/svg+xml">
        <DigestMethod Algorithm="http://www.w3.org/2001/04/xmldsig-more#sha384"/>
        <DigestValue>ewAM9uX1tTtLyp0NKZUArL1xyR1welttFSKZIhyT8WTE9RL4RPatgEbqOk6JWp4U</DigestValue>
      </Reference>
      <Reference URI="/ppt/media/image47.png?ContentType=image/png">
        <DigestMethod Algorithm="http://www.w3.org/2001/04/xmldsig-more#sha384"/>
        <DigestValue>liA8LR/FVe7aRGm8Wbhcv0aHmShDVEaZDnB5bDof6BOoIk+IHT5r1/g1xuiyAUCR</DigestValue>
      </Reference>
      <Reference URI="/ppt/media/image48.png?ContentType=image/png">
        <DigestMethod Algorithm="http://www.w3.org/2001/04/xmldsig-more#sha384"/>
        <DigestValue>ie8ygG1uRNZTk4/xtXkKFOHGyPhcdanhygfzsKUlC4j26+ZyoskQiGeOnL58NReA</DigestValue>
      </Reference>
      <Reference URI="/ppt/media/image49.png?ContentType=image/png">
        <DigestMethod Algorithm="http://www.w3.org/2001/04/xmldsig-more#sha384"/>
        <DigestValue>pRkmvgsPaWyz1Gjk+Vhv34uSZGn/napdFmOSJsXlk97ctvnDA9PXLVL5hOQ7SQ5a</DigestValue>
      </Reference>
      <Reference URI="/ppt/media/image5.svg?ContentType=image/svg+xml">
        <DigestMethod Algorithm="http://www.w3.org/2001/04/xmldsig-more#sha384"/>
        <DigestValue>Ldee0lApTEcKhxO4OToMC5zNAgS9HNvhTz8w1rpXZ+RThof2XgVHXjakBwET+K3b</DigestValue>
      </Reference>
      <Reference URI="/ppt/media/image50.png?ContentType=image/png">
        <DigestMethod Algorithm="http://www.w3.org/2001/04/xmldsig-more#sha384"/>
        <DigestValue>MSWL8AQwZrt+Wx9XB47CzOQGlnLGC8n6C+1YJWEK2TPR7wW4XFIpINT8bqnr/mlL</DigestValue>
      </Reference>
      <Reference URI="/ppt/media/image51.png?ContentType=image/png">
        <DigestMethod Algorithm="http://www.w3.org/2001/04/xmldsig-more#sha384"/>
        <DigestValue>kgYYmFtCd8qb6/70sWq6qPXC7uhQ6kfqVZH61r85ucXDK0rE0JgbUffH3qpwjvna</DigestValue>
      </Reference>
      <Reference URI="/ppt/media/image52.png?ContentType=image/png">
        <DigestMethod Algorithm="http://www.w3.org/2001/04/xmldsig-more#sha384"/>
        <DigestValue>87gZ2BheXEtOAvbpxsLb9QP5qY6JlWSf5blb4QPJzAwAcsbezkI5OOF5nQ6rUlEk</DigestValue>
      </Reference>
      <Reference URI="/ppt/media/image53.png?ContentType=image/png">
        <DigestMethod Algorithm="http://www.w3.org/2001/04/xmldsig-more#sha384"/>
        <DigestValue>7H7E/qZ++t+bMvf2OWw9oUMZZeI78l9s5IGPJf5uVFvEOgirRVS4r2cfTVhLg1ou</DigestValue>
      </Reference>
      <Reference URI="/ppt/media/image54.png?ContentType=image/png">
        <DigestMethod Algorithm="http://www.w3.org/2001/04/xmldsig-more#sha384"/>
        <DigestValue>kWdVpEvA6xB+hmHH+2k+JVEugg45lgbtqCs/XOX9FOzeeRJwGAum/Vx/UVhfHC8l</DigestValue>
      </Reference>
      <Reference URI="/ppt/media/image55.png?ContentType=image/png">
        <DigestMethod Algorithm="http://www.w3.org/2001/04/xmldsig-more#sha384"/>
        <DigestValue>7hrWgq5kFSkf3SDuBZNt5ttK0zKB8Pr9ffP66N7af8V12w62C88gvWTUiWLr/ORg</DigestValue>
      </Reference>
      <Reference URI="/ppt/media/image56.png?ContentType=image/png">
        <DigestMethod Algorithm="http://www.w3.org/2001/04/xmldsig-more#sha384"/>
        <DigestValue>FaFr+VxeePXj/OV8IdmnxvlUtc0uj37nBkFlhZifpet7wLstnbaMAOtiUtZ+MYHz</DigestValue>
      </Reference>
      <Reference URI="/ppt/media/image57.png?ContentType=image/png">
        <DigestMethod Algorithm="http://www.w3.org/2001/04/xmldsig-more#sha384"/>
        <DigestValue>1vV6ZOPQQAm67BGk3IMCimUGgUOtuI8Pgw6CpP7Ekq12PjwPg/jXaGMIZ7Pnsr1I</DigestValue>
      </Reference>
      <Reference URI="/ppt/media/image58.png?ContentType=image/png">
        <DigestMethod Algorithm="http://www.w3.org/2001/04/xmldsig-more#sha384"/>
        <DigestValue>/C56asIhtzf5NSh4HM4TgFXgzp13gt9/3tvansqv7fExQ5dn/gI4sOMBrduyLPZF</DigestValue>
      </Reference>
      <Reference URI="/ppt/media/image59.png?ContentType=image/png">
        <DigestMethod Algorithm="http://www.w3.org/2001/04/xmldsig-more#sha384"/>
        <DigestValue>tMeHIsoXWsgnTGOwJGl/ee6bjbsdjwWZvLnRXoVrPDwyeaWeioYSQm+QWpYtGv+i</DigestValue>
      </Reference>
      <Reference URI="/ppt/media/image6.png?ContentType=image/png">
        <DigestMethod Algorithm="http://www.w3.org/2001/04/xmldsig-more#sha384"/>
        <DigestValue>JcAm1YG4seym92/rxMyHBLPIw2AOPcn627+6JntfsHybwFBwcxbGSIXQxflmTDSn</DigestValue>
      </Reference>
      <Reference URI="/ppt/media/image60.png?ContentType=image/png">
        <DigestMethod Algorithm="http://www.w3.org/2001/04/xmldsig-more#sha384"/>
        <DigestValue>R0YeYEi7EURXPAbDqO0EJ3tnaGnl4lQbD9bon07P/dK96v5dQqTlU00uM7PmVuhi</DigestValue>
      </Reference>
      <Reference URI="/ppt/media/image61.png?ContentType=image/png">
        <DigestMethod Algorithm="http://www.w3.org/2001/04/xmldsig-more#sha384"/>
        <DigestValue>2LPbOYxkzUgUicg9TDQ3a+NeA+h0TKb+JqiBu3QqlJJXHEO5tG67gDjdzFBOSmzY</DigestValue>
      </Reference>
      <Reference URI="/ppt/media/image62.png?ContentType=image/png">
        <DigestMethod Algorithm="http://www.w3.org/2001/04/xmldsig-more#sha384"/>
        <DigestValue>UlYcg/YNfs1n9NwidjJSQM5pncg0Pge9tkd5lhFrNMMDPeZ3fZE633AHUjvQjAva</DigestValue>
      </Reference>
      <Reference URI="/ppt/media/image63.png?ContentType=image/png">
        <DigestMethod Algorithm="http://www.w3.org/2001/04/xmldsig-more#sha384"/>
        <DigestValue>OCWkXTbQXCgkWeA8qk++0jAr8mMBinqvAq4gOYNVPc1+LHSbrVLGl5tDNINvxlNQ</DigestValue>
      </Reference>
      <Reference URI="/ppt/media/image64.png?ContentType=image/png">
        <DigestMethod Algorithm="http://www.w3.org/2001/04/xmldsig-more#sha384"/>
        <DigestValue>097Q2HGCrJnU0SNzTpOx7rtJIfFgzO6Dg+gtwuWnQa44EfpPpzC5Zfvg25tirmUi</DigestValue>
      </Reference>
      <Reference URI="/ppt/media/image65.png?ContentType=image/png">
        <DigestMethod Algorithm="http://www.w3.org/2001/04/xmldsig-more#sha384"/>
        <DigestValue>6/cZ14MocCpyITEZ3sYgeXuBzBfERjo0CnXNKwBz1/EEQteGkD6GWlf4w4dALDsw</DigestValue>
      </Reference>
      <Reference URI="/ppt/media/image66.png?ContentType=image/png">
        <DigestMethod Algorithm="http://www.w3.org/2001/04/xmldsig-more#sha384"/>
        <DigestValue>D8kl1SP7E2dhHKa2M60IgNspoH2IpxfYxDTXWbnoTOfzWx6SPVmySol+iV6SH/W6</DigestValue>
      </Reference>
      <Reference URI="/ppt/media/image67.png?ContentType=image/png">
        <DigestMethod Algorithm="http://www.w3.org/2001/04/xmldsig-more#sha384"/>
        <DigestValue>h0B8GMbLdVtePKY2PtIjZEX166DnD2ftZSLNuoI2TcLaG4L8BArqXz+sXLWcNINV</DigestValue>
      </Reference>
      <Reference URI="/ppt/media/image68.png?ContentType=image/png">
        <DigestMethod Algorithm="http://www.w3.org/2001/04/xmldsig-more#sha384"/>
        <DigestValue>6yVff+/O5ZvOc4Qsk6teSYnU80OYdy+q/5fIV5Xpr+017JAxZEufq1u4bYDfLLYK</DigestValue>
      </Reference>
      <Reference URI="/ppt/media/image69.png?ContentType=image/png">
        <DigestMethod Algorithm="http://www.w3.org/2001/04/xmldsig-more#sha384"/>
        <DigestValue>eKTh4RnsHzjzM5g8RUN0DLHGUd/eOVDRzPbOqOtzAcSQFnvFjokAMea72x6bbb8n</DigestValue>
      </Reference>
      <Reference URI="/ppt/media/image7.svg?ContentType=image/svg+xml">
        <DigestMethod Algorithm="http://www.w3.org/2001/04/xmldsig-more#sha384"/>
        <DigestValue>Ktst+0RrEiVfQ5YmjTIvKsGa+jbShh440YeICxxY/LLeWPx0NKvApEnwcuhPfhI6</DigestValue>
      </Reference>
      <Reference URI="/ppt/media/image70.png?ContentType=image/png">
        <DigestMethod Algorithm="http://www.w3.org/2001/04/xmldsig-more#sha384"/>
        <DigestValue>/p7/esarvDdjy2gDabNKVi6KcZMm01AxVE1ZwA3fSfYOae2xrCQfXorVsJXiCr5E</DigestValue>
      </Reference>
      <Reference URI="/ppt/media/image71.png?ContentType=image/png">
        <DigestMethod Algorithm="http://www.w3.org/2001/04/xmldsig-more#sha384"/>
        <DigestValue>xXoW1K31XldEyansVbCkk9hbF9b6j8sEN/NnRFr4L82C04cpcniraaujJc6cQ508</DigestValue>
      </Reference>
      <Reference URI="/ppt/media/image72.png?ContentType=image/png">
        <DigestMethod Algorithm="http://www.w3.org/2001/04/xmldsig-more#sha384"/>
        <DigestValue>gh9HDkG92aff06nIBbSXsWU3uyCB/7aD7tP9tJTz/YUrnxScVPZCETCv/fx/YBja</DigestValue>
      </Reference>
      <Reference URI="/ppt/media/image73.png?ContentType=image/png">
        <DigestMethod Algorithm="http://www.w3.org/2001/04/xmldsig-more#sha384"/>
        <DigestValue>wVpqkMmCIkt78upDWsNXwJXdaNOTLqaMJzL8oUrV0WHeKxs8pQEqqdIYdT3Wt8FO</DigestValue>
      </Reference>
      <Reference URI="/ppt/media/image74.png?ContentType=image/png">
        <DigestMethod Algorithm="http://www.w3.org/2001/04/xmldsig-more#sha384"/>
        <DigestValue>wXC7jJsJ8XtYuCv0XdSoljOv+HOfaqkuapnx3SUCBG882HP/tscrxpCnsrYS+n39</DigestValue>
      </Reference>
      <Reference URI="/ppt/media/image75.png?ContentType=image/png">
        <DigestMethod Algorithm="http://www.w3.org/2001/04/xmldsig-more#sha384"/>
        <DigestValue>++dBPoCd5IXKMZTSGbOWpDcgg3i1qgP/7T//cH3YbM61n3ay6O94PXHypBvVZ1Tu</DigestValue>
      </Reference>
      <Reference URI="/ppt/media/image76.png?ContentType=image/png">
        <DigestMethod Algorithm="http://www.w3.org/2001/04/xmldsig-more#sha384"/>
        <DigestValue>jD7cAXY9Ww6fWNKcTjbEb/UcXZofkiQbDxrB/NEM/eK3SqXSItx9Zrhvponx6j49</DigestValue>
      </Reference>
      <Reference URI="/ppt/media/image77.png?ContentType=image/png">
        <DigestMethod Algorithm="http://www.w3.org/2001/04/xmldsig-more#sha384"/>
        <DigestValue>m9xKkOrx/z18qmdamU3wdBNrxsD/1Fuc6Cw8vz0a7xAQCN+SvcAmUpcdnNyz/vS/</DigestValue>
      </Reference>
      <Reference URI="/ppt/media/image78.png?ContentType=image/png">
        <DigestMethod Algorithm="http://www.w3.org/2001/04/xmldsig-more#sha384"/>
        <DigestValue>Jkr1AxTXFvZUZV6ETIfJEx3RJC8vWDxAkr5gS4O2P9l+BBBZcOBOLskyJQU0997Z</DigestValue>
      </Reference>
      <Reference URI="/ppt/media/image79.png?ContentType=image/png">
        <DigestMethod Algorithm="http://www.w3.org/2001/04/xmldsig-more#sha384"/>
        <DigestValue>K2+EBhTrMqrbMrFw1erDEcY7u3+jak8AenKi4hltfHssjFbOqvmwrI0JAkb4L7NS</DigestValue>
      </Reference>
      <Reference URI="/ppt/media/image8.png?ContentType=image/png">
        <DigestMethod Algorithm="http://www.w3.org/2001/04/xmldsig-more#sha384"/>
        <DigestValue>p2TnR7b+BcVp97ifxChX6ksxMdZH3x6dAFriIs4ZhWsRfQXnEmYa6XpWWXJaHxPC</DigestValue>
      </Reference>
      <Reference URI="/ppt/media/image80.png?ContentType=image/png">
        <DigestMethod Algorithm="http://www.w3.org/2001/04/xmldsig-more#sha384"/>
        <DigestValue>Y6zTyf/5yddgB7HwQV14sdL/ksS1KaPZf1Za6PgbWLIdIehHelXntx8ZQsmPgv4z</DigestValue>
      </Reference>
      <Reference URI="/ppt/media/image81.png?ContentType=image/png">
        <DigestMethod Algorithm="http://www.w3.org/2001/04/xmldsig-more#sha384"/>
        <DigestValue>7SKOkDiL9DMMsAs3ywQ4Ois+XzOw56PvLH/qN+9DDxcxmuQsCn9ErlKls1tX6gp3</DigestValue>
      </Reference>
      <Reference URI="/ppt/media/image82.png?ContentType=image/png">
        <DigestMethod Algorithm="http://www.w3.org/2001/04/xmldsig-more#sha384"/>
        <DigestValue>fvqqCg7uDrnORl7TNUUuNKeZxZ32BN2FmbhVeUOAXSzMtIQJWuSd/eINYrzTwTyS</DigestValue>
      </Reference>
      <Reference URI="/ppt/media/image83.png?ContentType=image/png">
        <DigestMethod Algorithm="http://www.w3.org/2001/04/xmldsig-more#sha384"/>
        <DigestValue>8B42miQ9g8PFYpPRfqzFwaHNe7o0fju/SKQriUcXNnQZlWoFuKM4pHWkH2SWFlEI</DigestValue>
      </Reference>
      <Reference URI="/ppt/media/image84.png?ContentType=image/png">
        <DigestMethod Algorithm="http://www.w3.org/2001/04/xmldsig-more#sha384"/>
        <DigestValue>7CaPixEAF7NdWs2FEp0vXlYq34n4YzYTXYuRiNEzH3M+tZuVrtQixY0qRBtCgS+n</DigestValue>
      </Reference>
      <Reference URI="/ppt/media/image85.png?ContentType=image/png">
        <DigestMethod Algorithm="http://www.w3.org/2001/04/xmldsig-more#sha384"/>
        <DigestValue>HjxgiMFdehycTIsNl9SjByHYD1g6P1uF29aKH1yAY1/BTPJlmF9BfS67eY9r5Fgl</DigestValue>
      </Reference>
      <Reference URI="/ppt/media/image86.png?ContentType=image/png">
        <DigestMethod Algorithm="http://www.w3.org/2001/04/xmldsig-more#sha384"/>
        <DigestValue>lAbrzXF5+NPHB9Bak+I12lJ++e+iChu45/STX5uckgC50OCJe0XNK6kDkwnlHbMk</DigestValue>
      </Reference>
      <Reference URI="/ppt/media/image87.png?ContentType=image/png">
        <DigestMethod Algorithm="http://www.w3.org/2001/04/xmldsig-more#sha384"/>
        <DigestValue>jPnB9dYC9f8d4IkUdk/cAQ0bEB38WxdolgYSGlLMnzDKnkaxpVYcpNrBmeGL2ClA</DigestValue>
      </Reference>
      <Reference URI="/ppt/media/image88.jpeg?ContentType=image/jpeg">
        <DigestMethod Algorithm="http://www.w3.org/2001/04/xmldsig-more#sha384"/>
        <DigestValue>CX5VBlBHWpUgormVS8eV0H+M+YkRa4aAS/ewKtK8mnW4xdJUTZDNQASNLr1mydlM</DigestValue>
      </Reference>
      <Reference URI="/ppt/media/image89.png?ContentType=image/png">
        <DigestMethod Algorithm="http://www.w3.org/2001/04/xmldsig-more#sha384"/>
        <DigestValue>BMENrl3Vs3OSaEZ5BfWxR+It0xtkqdM/JABvdsdPjuTkVrf7kiLXASrv2Lfywmon</DigestValue>
      </Reference>
      <Reference URI="/ppt/media/image9.svg?ContentType=image/svg+xml">
        <DigestMethod Algorithm="http://www.w3.org/2001/04/xmldsig-more#sha384"/>
        <DigestValue>I/R+kdQ3k0Ek7m43E7InQLnV3KdlPbhtOafRYOoamFmWEuXEdaSE1mkP0g1QtJs/</DigestValue>
      </Reference>
      <Reference URI="/ppt/media/image90.png?ContentType=image/png">
        <DigestMethod Algorithm="http://www.w3.org/2001/04/xmldsig-more#sha384"/>
        <DigestValue>fXY2PXnb+xn+D2C7gmM4XQ2ADCeah+Q2ecLW040NcjQWxIJxcpE3+p8FfdPoU8YD</DigestValue>
      </Reference>
      <Reference URI="/ppt/media/image91.png?ContentType=image/png">
        <DigestMethod Algorithm="http://www.w3.org/2001/04/xmldsig-more#sha384"/>
        <DigestValue>xW0rzARef3yvHGvSirR3k69ReM5khI5c0v4V407f3YgZ7RVgwpMk8Lah2XeEsvQC</DigestValue>
      </Reference>
      <Reference URI="/ppt/media/image92.gif?ContentType=image/gif">
        <DigestMethod Algorithm="http://www.w3.org/2001/04/xmldsig-more#sha384"/>
        <DigestValue>Ngrv/CNnPx7ZGyGGoaQCukxZT1zU/IqrUwGPWvY3a8G/+wyQutqcULXMGj2oX4HM</DigestValue>
      </Reference>
      <Reference URI="/ppt/media/image93.gif?ContentType=image/gif">
        <DigestMethod Algorithm="http://www.w3.org/2001/04/xmldsig-more#sha384"/>
        <DigestValue>a/aeelcbNgWv4ju2RsV4+0h/fw/BkI//6o/i9cp5WeaGOCTf0LHVFQZwLYMPyZLY</DigestValue>
      </Reference>
      <Reference URI="/ppt/media/image94.gif?ContentType=image/gif">
        <DigestMethod Algorithm="http://www.w3.org/2001/04/xmldsig-more#sha384"/>
        <DigestValue>Ov9DBvTYEIJHrh/KX20283/D6Gt8uwUnWGHAziPOPCNdb15lnhrJ9KkNn6RAk8IS</DigestValue>
      </Reference>
      <Reference URI="/ppt/media/image95.svg?ContentType=image/svg+xml">
        <DigestMethod Algorithm="http://www.w3.org/2001/04/xmldsig-more#sha384"/>
        <DigestValue>l1qkPLlsLVREUG381zYbX953QRqx7VuOG8eo6DjrCRgm37zKIPPEIn5r/KBUbYOH</DigestValue>
      </Reference>
      <Reference URI="/ppt/media/image96.png?ContentType=image/png">
        <DigestMethod Algorithm="http://www.w3.org/2001/04/xmldsig-more#sha384"/>
        <DigestValue>TVdfXREYq9UxnsC86zux4vnLek3hK9MLrCIrN9slwAuC8Eai25wJcD+3B4vLn8Vg</DigestValue>
      </Reference>
      <Reference URI="/ppt/media/image97.png?ContentType=image/png">
        <DigestMethod Algorithm="http://www.w3.org/2001/04/xmldsig-more#sha384"/>
        <DigestValue>0z10+aMt2xvXmIb85kUvQx5WWYjvOm4VD+8iH0A9+GXpGOi3GdKijkcNS3x+KK/p</DigestValue>
      </Reference>
      <Reference URI="/ppt/media/image98.png?ContentType=image/png">
        <DigestMethod Algorithm="http://www.w3.org/2001/04/xmldsig-more#sha384"/>
        <DigestValue>KQJMPaRE/wed0pE9n9ECLRrIAbC7ulC3D2AwWIQ0/E/py17HvFhKQg90icUjKUjg</DigestValue>
      </Reference>
      <Reference URI="/ppt/media/image99.png?ContentType=image/png">
        <DigestMethod Algorithm="http://www.w3.org/2001/04/xmldsig-more#sha384"/>
        <DigestValue>u651GOXPSWCygqIGyMyLyhL7x+Wll9Mt0Cf06D+j9M+2JCk4om36DPX+kt9nJMdA</DigestValue>
      </Reference>
      <Reference URI="/ppt/notesMasters/_rels/notesMaster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6GF4njRtqifBZv5m6c5mKZFRlXJ6lHj8DyzDzpU+ANw/HaG5z6hgkqFR9lZjIecB</DigestValue>
      </Reference>
      <Reference URI="/ppt/notesMasters/notesMaster1.xml?ContentType=application/vnd.openxmlformats-officedocument.presentationml.notesMaster+xml">
        <DigestMethod Algorithm="http://www.w3.org/2001/04/xmldsig-more#sha384"/>
        <DigestValue>49k/pMxvZ8FAtf3XQ0znisKCa3o/yMTjeEtLuT/lnpHCiaV+QXwBLtrIjH+gvUJD</DigestValue>
      </Reference>
      <Reference URI="/ppt/notesSlides/_rels/notesSlide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PQfNK/R1My/CotqNUlNBaMfFqmdbSVtcBX/2CbcqtBrShLPoVFXFYIYG7Tkp5upw</DigestValue>
      </Reference>
      <Reference URI="/ppt/notesSlides/_rels/notesSlide10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VwBDU8OV+xrq1t3CsphV99x/OFJP7xpzgn6BZKlt9L0c9UmCVnGIreeH3fjl2Ea+</DigestValue>
      </Reference>
      <Reference URI="/ppt/notesSlides/_rels/notesSlide1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xaaGmjeg1t4dkXBW309WAjQ3o23GEFlUrQacBZt3s7XCQ9QnMdTtsn6wP03EvJWH</DigestValue>
      </Reference>
      <Reference URI="/ppt/notesSlides/_rels/notesSlide1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jjspbBKGmLK5Ym8AOIRVldZcoXQcls32UQmfwSJnrjtZtLP24et7E9Bp4vqJEOoo</DigestValue>
      </Reference>
      <Reference URI="/ppt/notesSlides/_rels/notesSlide13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9tndqiJTxbVE1O2z3IMJgYC9ZhygUSJjMfuV6dpC76Exs8F3ZTBAq4q5b5n/kte0</DigestValue>
      </Reference>
      <Reference URI="/ppt/notesSlides/_rels/notesSlide14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H8vZXXN4Sz7/eb6nn/yYWujceHfNWfNR8YAINse258Gy44un+miltT8YjXi3D/7r</DigestValue>
      </Reference>
      <Reference URI="/ppt/notesSlides/_rels/notesSlide15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QdxgESdAoIXEliJXdgB2wmvX0DD5f9+UP0M/cJG4oyuko/4faVNWLoKAL+iIlCF3</DigestValue>
      </Reference>
      <Reference URI="/ppt/notesSlides/_rels/notesSlide16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RXl2T9AOaQZhvFlbbujPKhPzqXW9INPHPBHTSmmCfIP3TmJ66wtrA23Qs0eQvitA</DigestValue>
      </Reference>
      <Reference URI="/ppt/notesSlides/_rels/notesSlide17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MXf8F6A4jlKIseClBxLeIHzt1tZa61cLDw50LonQsQvKDJDEgN9dAKcVlf8RCspE</DigestValue>
      </Reference>
      <Reference URI="/ppt/notesSlides/_rels/notesSlide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cVy/nnOmPPCI7TcnC8Wpx+IBDMxeUGcCJw6m4GEw1axjP724Ux08H2BrH3idkeUw</DigestValue>
      </Reference>
      <Reference URI="/ppt/notesSlides/_rels/notesSlide3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QCbr0v895qo3oWCs84a69DrD/z0Sl90WuHXnQHQQPSekBmhN1Aftuf4PWjf4paNl</DigestValue>
      </Reference>
      <Reference URI="/ppt/notesSlides/_rels/notesSlide4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S2EzQGq048HemqUwFnpqAnK3KFQRBXARfZ9wPmorNQJz37XjqC/WsnGceuPs7shT</DigestValue>
      </Reference>
      <Reference URI="/ppt/notesSlides/_rels/notesSlide5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lBrUXkNur0iJkNc9jkcWTJiPx8MtuCbicigc2nyVlYYxcRwZ34NScV1XiHNTn1eb</DigestValue>
      </Reference>
      <Reference URI="/ppt/notesSlides/_rels/notesSlide6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nwFYP8dldp5G0pODjTKe5pUwMYxTNAsnVxJqTPQH39e6X7B8nIXg05Aznq90FXXx</DigestValue>
      </Reference>
      <Reference URI="/ppt/notesSlides/_rels/notesSlide7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bccJGoFAUfWMYY8DngzyLOSngaF3lVIUqf+3sdcCJHXHu4qMaORRDXmsiUWO1ESz</DigestValue>
      </Reference>
      <Reference URI="/ppt/notesSlides/_rels/notesSlide8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thbXP6vSH7lTUPQEXhssBhLO9Eg8JsNq/bnunTGEsRczVgSLp//zK+Oh+fLRnIdD</DigestValue>
      </Reference>
      <Reference URI="/ppt/notesSlides/_rels/notesSlide9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1pJdBdGb2+D+ZCkDwmmNOLWgFYDphf22r15bSXBIVAOXSOBMBbd6rh6RejtfSn9T</DigestValue>
      </Reference>
      <Reference URI="/ppt/notesSlides/notesSlide1.xml?ContentType=application/vnd.openxmlformats-officedocument.presentationml.notesSlide+xml">
        <DigestMethod Algorithm="http://www.w3.org/2001/04/xmldsig-more#sha384"/>
        <DigestValue>ypii/8+2UtWsrkAh0U3fJjZb0LshDwOmpYRe4DTKMRCM42uxnbOei5/ZaJEEYYP1</DigestValue>
      </Reference>
      <Reference URI="/ppt/notesSlides/notesSlide10.xml?ContentType=application/vnd.openxmlformats-officedocument.presentationml.notesSlide+xml">
        <DigestMethod Algorithm="http://www.w3.org/2001/04/xmldsig-more#sha384"/>
        <DigestValue>7m9JSxyiwxNSknuCTrXLZ4AbhnBNepUgbSYbn0kZemUMC3q7WQZNIbcikeDJjptQ</DigestValue>
      </Reference>
      <Reference URI="/ppt/notesSlides/notesSlide11.xml?ContentType=application/vnd.openxmlformats-officedocument.presentationml.notesSlide+xml">
        <DigestMethod Algorithm="http://www.w3.org/2001/04/xmldsig-more#sha384"/>
        <DigestValue>ARZliF1PSn4neRFTj76CylunDugYVslLxLCsJdOeUV5cP/yLS4vnCXD5sme7yKZt</DigestValue>
      </Reference>
      <Reference URI="/ppt/notesSlides/notesSlide12.xml?ContentType=application/vnd.openxmlformats-officedocument.presentationml.notesSlide+xml">
        <DigestMethod Algorithm="http://www.w3.org/2001/04/xmldsig-more#sha384"/>
        <DigestValue>KEb33H/tMjhafjDFkPZAvsYyPTjJV5TQPZabJIPD9Ujh52nx9p9nsesOLlNGFyyL</DigestValue>
      </Reference>
      <Reference URI="/ppt/notesSlides/notesSlide13.xml?ContentType=application/vnd.openxmlformats-officedocument.presentationml.notesSlide+xml">
        <DigestMethod Algorithm="http://www.w3.org/2001/04/xmldsig-more#sha384"/>
        <DigestValue>n7FH72Ks4cZHcIY+/reg6rVwPCQ6Fud8YLMftd9tFkLizvweXsR4xRfa+KNTowdw</DigestValue>
      </Reference>
      <Reference URI="/ppt/notesSlides/notesSlide14.xml?ContentType=application/vnd.openxmlformats-officedocument.presentationml.notesSlide+xml">
        <DigestMethod Algorithm="http://www.w3.org/2001/04/xmldsig-more#sha384"/>
        <DigestValue>fmkKpjASb1b/ijGvkvdD+4xUCAfVCi/x71ovEUPbpHalarqHP5KeQUU45eOR82Ih</DigestValue>
      </Reference>
      <Reference URI="/ppt/notesSlides/notesSlide15.xml?ContentType=application/vnd.openxmlformats-officedocument.presentationml.notesSlide+xml">
        <DigestMethod Algorithm="http://www.w3.org/2001/04/xmldsig-more#sha384"/>
        <DigestValue>oDD1M5N0WeIlTnib7yh1inR3ozzcEXh98hNlEm2oEjIvyulnzHMpvve5HFe73Fp9</DigestValue>
      </Reference>
      <Reference URI="/ppt/notesSlides/notesSlide16.xml?ContentType=application/vnd.openxmlformats-officedocument.presentationml.notesSlide+xml">
        <DigestMethod Algorithm="http://www.w3.org/2001/04/xmldsig-more#sha384"/>
        <DigestValue>cdQ/nwcRhJ2GRAvyZVs/Q8dJFXIjavBw8edlzpGoqmuGJpxRq037xMa7XQlflpZ8</DigestValue>
      </Reference>
      <Reference URI="/ppt/notesSlides/notesSlide17.xml?ContentType=application/vnd.openxmlformats-officedocument.presentationml.notesSlide+xml">
        <DigestMethod Algorithm="http://www.w3.org/2001/04/xmldsig-more#sha384"/>
        <DigestValue>7mMtjU3+I/zg4HKVu8NKNo1pzHSpVk5/Kz74MAd+EYSK9I9CpHbt5qBLHCB1ft3w</DigestValue>
      </Reference>
      <Reference URI="/ppt/notesSlides/notesSlide2.xml?ContentType=application/vnd.openxmlformats-officedocument.presentationml.notesSlide+xml">
        <DigestMethod Algorithm="http://www.w3.org/2001/04/xmldsig-more#sha384"/>
        <DigestValue>fbrWNJQ5iFDcUqaGKzHp8uaHB4J1I6txI/EN4FIR99F3eeJ8hBQDrurerUcwqxAY</DigestValue>
      </Reference>
      <Reference URI="/ppt/notesSlides/notesSlide3.xml?ContentType=application/vnd.openxmlformats-officedocument.presentationml.notesSlide+xml">
        <DigestMethod Algorithm="http://www.w3.org/2001/04/xmldsig-more#sha384"/>
        <DigestValue>wjZE3UA8BXN1cStmQLs7MdIAy+/mGmApvV/UPSddDHl8jw7SZKEVlMqiErCfIwzY</DigestValue>
      </Reference>
      <Reference URI="/ppt/notesSlides/notesSlide4.xml?ContentType=application/vnd.openxmlformats-officedocument.presentationml.notesSlide+xml">
        <DigestMethod Algorithm="http://www.w3.org/2001/04/xmldsig-more#sha384"/>
        <DigestValue>IKt6mctli63qShQAvhSfPjdsi5V8rsYYFDcf+6aGyFvNfCF1coM38VUCKEex+JQU</DigestValue>
      </Reference>
      <Reference URI="/ppt/notesSlides/notesSlide5.xml?ContentType=application/vnd.openxmlformats-officedocument.presentationml.notesSlide+xml">
        <DigestMethod Algorithm="http://www.w3.org/2001/04/xmldsig-more#sha384"/>
        <DigestValue>3GeGJugWwHTQCXqH0//PaUw3lBCsVyMAJwkOOIBzE57h+yt6cYXR7wOLZrQmp+Rb</DigestValue>
      </Reference>
      <Reference URI="/ppt/notesSlides/notesSlide6.xml?ContentType=application/vnd.openxmlformats-officedocument.presentationml.notesSlide+xml">
        <DigestMethod Algorithm="http://www.w3.org/2001/04/xmldsig-more#sha384"/>
        <DigestValue>7UHbkqTICWzPLnoXUVEYyJTodTWCqx6e4SpI1DmKQY574UHsBWTJ5q1Ly0kOeutP</DigestValue>
      </Reference>
      <Reference URI="/ppt/notesSlides/notesSlide7.xml?ContentType=application/vnd.openxmlformats-officedocument.presentationml.notesSlide+xml">
        <DigestMethod Algorithm="http://www.w3.org/2001/04/xmldsig-more#sha384"/>
        <DigestValue>KZ8OxHE7scPK+VbCkOqbat71zCKSJZ2IFTCzAUuLrTqMCs+pHKywXL7cGMObT2tf</DigestValue>
      </Reference>
      <Reference URI="/ppt/notesSlides/notesSlide8.xml?ContentType=application/vnd.openxmlformats-officedocument.presentationml.notesSlide+xml">
        <DigestMethod Algorithm="http://www.w3.org/2001/04/xmldsig-more#sha384"/>
        <DigestValue>hbxAeDixyo6GvEQEbXS++AqidClPisYqh8BfW61ls6jv6nV6Y1W/1rToBE2zPP0m</DigestValue>
      </Reference>
      <Reference URI="/ppt/notesSlides/notesSlide9.xml?ContentType=application/vnd.openxmlformats-officedocument.presentationml.notesSlide+xml">
        <DigestMethod Algorithm="http://www.w3.org/2001/04/xmldsig-more#sha384"/>
        <DigestValue>Yn6JvNMKekV8NchD40xvWHdUri6uQtvrSBf6T2VTKcbAaBRihat5CBrZWWmKbeQs</DigestValue>
      </Reference>
      <Reference URI="/ppt/presentation.xml?ContentType=application/vnd.openxmlformats-officedocument.presentationml.presentation.main+xml">
        <DigestMethod Algorithm="http://www.w3.org/2001/04/xmldsig-more#sha384"/>
        <DigestValue>7O6D32HKJ3NYEWoAk1eumwl2mg3oL93NwRZcI/DZbLv0RQTX1Q3BQDBWvUoB7FPX</DigestValue>
      </Reference>
      <Reference URI="/ppt/presProps.xml?ContentType=application/vnd.openxmlformats-officedocument.presentationml.presProps+xml">
        <DigestMethod Algorithm="http://www.w3.org/2001/04/xmldsig-more#sha384"/>
        <DigestValue>snQQ+5lzR+LGi2Iz2oUQK8nbh3v4XLS7pvqVhx7TzM75TGKwSYY+sasjLTFG5ybw</DigestValue>
      </Reference>
      <Reference URI="/ppt/slideLayouts/_rels/slideLayout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_rels/slideLayout10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_rels/slideLayout1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_rels/slideLayout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_rels/slideLayout3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_rels/slideLayout4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_rels/slideLayout5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_rels/slideLayout6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8"/>
            <mdssi:RelationshipReference xmlns:mdssi="http://schemas.openxmlformats.org/package/2006/digital-signature" SourceId="rId3"/>
            <mdssi:RelationshipReference xmlns:mdssi="http://schemas.openxmlformats.org/package/2006/digital-signature" SourceId="rId7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5"/>
            <mdssi:RelationshipReference xmlns:mdssi="http://schemas.openxmlformats.org/package/2006/digital-signature" SourceId="rId10"/>
            <mdssi:RelationshipReference xmlns:mdssi="http://schemas.openxmlformats.org/package/2006/digital-signature" SourceId="rId4"/>
            <mdssi:RelationshipReference xmlns:mdssi="http://schemas.openxmlformats.org/package/2006/digital-signature" SourceId="rId9"/>
          </Transform>
          <Transform Algorithm="http://www.w3.org/TR/2001/REC-xml-c14n-20010315"/>
        </Transforms>
        <DigestMethod Algorithm="http://www.w3.org/2001/04/xmldsig-more#sha384"/>
        <DigestValue>5fO6jUVNFqAfBQ6DvU0gLGmvBvJ7KOlJLhXeJis9D2nI5uPQpOIJDSq0ppQrGCB+</DigestValue>
      </Reference>
      <Reference URI="/ppt/slideLayouts/_rels/slideLayout7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8"/>
            <mdssi:RelationshipReference xmlns:mdssi="http://schemas.openxmlformats.org/package/2006/digital-signature" SourceId="rId3"/>
            <mdssi:RelationshipReference xmlns:mdssi="http://schemas.openxmlformats.org/package/2006/digital-signature" SourceId="rId7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11"/>
            <mdssi:RelationshipReference xmlns:mdssi="http://schemas.openxmlformats.org/package/2006/digital-signature" SourceId="rId5"/>
            <mdssi:RelationshipReference xmlns:mdssi="http://schemas.openxmlformats.org/package/2006/digital-signature" SourceId="rId10"/>
            <mdssi:RelationshipReference xmlns:mdssi="http://schemas.openxmlformats.org/package/2006/digital-signature" SourceId="rId4"/>
            <mdssi:RelationshipReference xmlns:mdssi="http://schemas.openxmlformats.org/package/2006/digital-signature" SourceId="rId9"/>
          </Transform>
          <Transform Algorithm="http://www.w3.org/TR/2001/REC-xml-c14n-20010315"/>
        </Transforms>
        <DigestMethod Algorithm="http://www.w3.org/2001/04/xmldsig-more#sha384"/>
        <DigestValue>WU+qxXjHPphqewyc4xfAMMTE8dzENm64VI4iqPCQp8H9Hy+7tLtKqxX6l7uAklgw</DigestValue>
      </Reference>
      <Reference URI="/ppt/slideLayouts/_rels/slideLayout8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_rels/slideLayout9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vXKY0l3kETR8Vc6sgq2XNne1/lKbiPCcvpVE+FibNlzcd0qcGOU3VnRHzlPx0D37</DigestValue>
      </Reference>
      <Reference URI="/ppt/slideLayouts/slideLayout1.xml?ContentType=application/vnd.openxmlformats-officedocument.presentationml.slideLayout+xml">
        <DigestMethod Algorithm="http://www.w3.org/2001/04/xmldsig-more#sha384"/>
        <DigestValue>zqlv7B4xCY3Pa7Z1EY1OJ93cUfAE43UhQ07K4+8Rv+Wzl7AvLHEVy6UWvzvrYi8v</DigestValue>
      </Reference>
      <Reference URI="/ppt/slideLayouts/slideLayout10.xml?ContentType=application/vnd.openxmlformats-officedocument.presentationml.slideLayout+xml">
        <DigestMethod Algorithm="http://www.w3.org/2001/04/xmldsig-more#sha384"/>
        <DigestValue>jTz3ThFAsrd6DTXlekco3AIPCW5J5VXn8IpZyHVhPwmQ9wr65A+yD14r/ykuW6Ge</DigestValue>
      </Reference>
      <Reference URI="/ppt/slideLayouts/slideLayout11.xml?ContentType=application/vnd.openxmlformats-officedocument.presentationml.slideLayout+xml">
        <DigestMethod Algorithm="http://www.w3.org/2001/04/xmldsig-more#sha384"/>
        <DigestValue>wfwnri/nwV+mE+9bT6Um79gyzFkKT+GLnbUykhgAmeu2xNK3zri+bUh/Xu8vMs6k</DigestValue>
      </Reference>
      <Reference URI="/ppt/slideLayouts/slideLayout2.xml?ContentType=application/vnd.openxmlformats-officedocument.presentationml.slideLayout+xml">
        <DigestMethod Algorithm="http://www.w3.org/2001/04/xmldsig-more#sha384"/>
        <DigestValue>hgWlSgGLmrHDDhhzFMqQj+XJY2HTu2EU8p6RVcgzu89YmSJTMSapTjWox8oW+x1E</DigestValue>
      </Reference>
      <Reference URI="/ppt/slideLayouts/slideLayout3.xml?ContentType=application/vnd.openxmlformats-officedocument.presentationml.slideLayout+xml">
        <DigestMethod Algorithm="http://www.w3.org/2001/04/xmldsig-more#sha384"/>
        <DigestValue>0dHz0Zm8LbmZ12ZPUSLFkEIiy7UAlAw9zJJWcPdwxs7/nNuwFE2jfAh0F4hJFcmk</DigestValue>
      </Reference>
      <Reference URI="/ppt/slideLayouts/slideLayout4.xml?ContentType=application/vnd.openxmlformats-officedocument.presentationml.slideLayout+xml">
        <DigestMethod Algorithm="http://www.w3.org/2001/04/xmldsig-more#sha384"/>
        <DigestValue>zsiw9mCwcSiahHMTW9IshdCvmfDw7Z0o4P/wqCb2MRfDj9c/BRFLKSvF6XBlCl7i</DigestValue>
      </Reference>
      <Reference URI="/ppt/slideLayouts/slideLayout5.xml?ContentType=application/vnd.openxmlformats-officedocument.presentationml.slideLayout+xml">
        <DigestMethod Algorithm="http://www.w3.org/2001/04/xmldsig-more#sha384"/>
        <DigestValue>oFsmP0ipN0t5TRnhAN6EgWGYZO47rY+vSs0XR0aTkQdDaP/5tnipcFTaN6A3sYQx</DigestValue>
      </Reference>
      <Reference URI="/ppt/slideLayouts/slideLayout6.xml?ContentType=application/vnd.openxmlformats-officedocument.presentationml.slideLayout+xml">
        <DigestMethod Algorithm="http://www.w3.org/2001/04/xmldsig-more#sha384"/>
        <DigestValue>CNwS0M57eACR7UxXylzlW5mS6C+r9R4AOq2tPGpmm7MsNa54P0aE4JDxYbMNGoOb</DigestValue>
      </Reference>
      <Reference URI="/ppt/slideLayouts/slideLayout7.xml?ContentType=application/vnd.openxmlformats-officedocument.presentationml.slideLayout+xml">
        <DigestMethod Algorithm="http://www.w3.org/2001/04/xmldsig-more#sha384"/>
        <DigestValue>Hv16T48289tfcXbDiVggIl2bPc6LpTVfWWmgKTV9A+bMW4fJzCTC8I5N98QbFG0X</DigestValue>
      </Reference>
      <Reference URI="/ppt/slideLayouts/slideLayout8.xml?ContentType=application/vnd.openxmlformats-officedocument.presentationml.slideLayout+xml">
        <DigestMethod Algorithm="http://www.w3.org/2001/04/xmldsig-more#sha384"/>
        <DigestValue>kxZgEY3soyohM09aCiGUnX+AR2qjwfrfwz8qE/vgOuyO6m+bdYZSWfT4gYf+pSIV</DigestValue>
      </Reference>
      <Reference URI="/ppt/slideLayouts/slideLayout9.xml?ContentType=application/vnd.openxmlformats-officedocument.presentationml.slideLayout+xml">
        <DigestMethod Algorithm="http://www.w3.org/2001/04/xmldsig-more#sha384"/>
        <DigestValue>KKiwa7785h1uVRuGoXCQJhjx0foHQArwCB85NgkU9f2wEbndRYbqEmqnQdAAHyFT</DigestValue>
      </Reference>
      <Reference URI="/ppt/slideMasters/_rels/slideMaster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1"/>
            <mdssi:RelationshipReference xmlns:mdssi="http://schemas.openxmlformats.org/package/2006/digital-signature" SourceId="rId5"/>
            <mdssi:RelationshipReference xmlns:mdssi="http://schemas.openxmlformats.org/package/2006/digital-signature" SourceId="rId10"/>
            <mdssi:RelationshipReference xmlns:mdssi="http://schemas.openxmlformats.org/package/2006/digital-signature" SourceId="rId4"/>
            <mdssi:RelationshipReference xmlns:mdssi="http://schemas.openxmlformats.org/package/2006/digital-signature" SourceId="rId9"/>
            <mdssi:RelationshipReference xmlns:mdssi="http://schemas.openxmlformats.org/package/2006/digital-signature" SourceId="rId8"/>
            <mdssi:RelationshipReference xmlns:mdssi="http://schemas.openxmlformats.org/package/2006/digital-signature" SourceId="rId3"/>
            <mdssi:RelationshipReference xmlns:mdssi="http://schemas.openxmlformats.org/package/2006/digital-signature" SourceId="rId7"/>
            <mdssi:RelationshipReference xmlns:mdssi="http://schemas.openxmlformats.org/package/2006/digital-signature" SourceId="rId12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</Transform>
          <Transform Algorithm="http://www.w3.org/TR/2001/REC-xml-c14n-20010315"/>
        </Transforms>
        <DigestMethod Algorithm="http://www.w3.org/2001/04/xmldsig-more#sha384"/>
        <DigestValue>47ZJuK8ikC1eoQBhAP2kn50k7c4+/v2BvYxSahNLv8Kg5z7ff8LPtrVHaVAuIS5G</DigestValue>
      </Reference>
      <Reference URI="/ppt/slideMasters/slideMaster1.xml?ContentType=application/vnd.openxmlformats-officedocument.presentationml.slideMaster+xml">
        <DigestMethod Algorithm="http://www.w3.org/2001/04/xmldsig-more#sha384"/>
        <DigestValue>3R/jPP38qYI8IcbTzEfadBiJknj24BTyMD+tq6tpWLqCL13ImvVWWTB0/DBQyfYO</DigestValue>
      </Reference>
      <Reference URI="/ppt/slides/_rels/slide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1"/>
            <mdssi:RelationshipReference xmlns:mdssi="http://schemas.openxmlformats.org/package/2006/digital-signature" SourceId="rId5"/>
            <mdssi:RelationshipReference xmlns:mdssi="http://schemas.openxmlformats.org/package/2006/digital-signature" SourceId="rId15"/>
            <mdssi:RelationshipReference xmlns:mdssi="http://schemas.openxmlformats.org/package/2006/digital-signature" SourceId="rId10"/>
            <mdssi:RelationshipReference xmlns:mdssi="http://schemas.openxmlformats.org/package/2006/digital-signature" SourceId="rId4"/>
            <mdssi:RelationshipReference xmlns:mdssi="http://schemas.openxmlformats.org/package/2006/digital-signature" SourceId="rId9"/>
            <mdssi:RelationshipReference xmlns:mdssi="http://schemas.openxmlformats.org/package/2006/digital-signature" SourceId="rId14"/>
            <mdssi:RelationshipReference xmlns:mdssi="http://schemas.openxmlformats.org/package/2006/digital-signature" SourceId="rId8"/>
            <mdssi:RelationshipReference xmlns:mdssi="http://schemas.openxmlformats.org/package/2006/digital-signature" SourceId="rId13"/>
            <mdssi:RelationshipReference xmlns:mdssi="http://schemas.openxmlformats.org/package/2006/digital-signature" SourceId="rId3"/>
            <mdssi:RelationshipReference xmlns:mdssi="http://schemas.openxmlformats.org/package/2006/digital-signature" SourceId="rId7"/>
            <mdssi:RelationshipReference xmlns:mdssi="http://schemas.openxmlformats.org/package/2006/digital-signature" SourceId="rId12"/>
            <mdssi:RelationshipReference xmlns:mdssi="http://schemas.openxmlformats.org/package/2006/digital-signature" SourceId="rId2"/>
            <mdssi:RelationshipReference xmlns:mdssi="http://schemas.openxmlformats.org/package/2006/digital-signature" SourceId="rId16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</Transform>
          <Transform Algorithm="http://www.w3.org/TR/2001/REC-xml-c14n-20010315"/>
        </Transforms>
        <DigestMethod Algorithm="http://www.w3.org/2001/04/xmldsig-more#sha384"/>
        <DigestValue>f2EMMyfl5GKN5XCDaHoi6MGlyowW4rRUhMkNvG2tjSQ06uOux6DZeHRnDJ06sR/h</DigestValue>
      </Reference>
      <Reference URI="/ppt/slides/_rels/slide10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rz9ziRtP4qoAIQBZwFQjyeR/kLq5XwwbVqv78dADaTudwdyPQBr6tvRNpM2Gq02u</DigestValue>
      </Reference>
      <Reference URI="/ppt/slides/_rels/slide1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vTFYtod6hfHxhe1fR4iW/jkigBQn9AKtEjdV0D4+u8T20HGRuv5xeSM3W0dvVTYj</DigestValue>
      </Reference>
      <Reference URI="/ppt/slides/_rels/slide1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3"/>
          </Transform>
          <Transform Algorithm="http://www.w3.org/TR/2001/REC-xml-c14n-20010315"/>
        </Transforms>
        <DigestMethod Algorithm="http://www.w3.org/2001/04/xmldsig-more#sha384"/>
        <DigestValue>4b97T1pUU9ou/qnU5P9+3UGTyeQz5t7vejAaOYfj63W+nAPzcnHmmDn7g/xvT8zU</DigestValue>
      </Reference>
      <Reference URI="/ppt/slides/_rels/slide13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</Transform>
          <Transform Algorithm="http://www.w3.org/TR/2001/REC-xml-c14n-20010315"/>
        </Transforms>
        <DigestMethod Algorithm="http://www.w3.org/2001/04/xmldsig-more#sha384"/>
        <DigestValue>eLRNCUTNJf9bDMaqYA408917Iw0TZuzt+1Xppqh+97z7QjtKJJO13A9SJg4rGD+o</DigestValue>
      </Reference>
      <Reference URI="/ppt/slides/_rels/slide14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pL0pOEbjJF9UQy/knK99RXF+nyGO8Lko/pQlbXoDPm4qhw4oYQ0mBqkL8UwHp67+</DigestValue>
      </Reference>
      <Reference URI="/ppt/slides/_rels/slide15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jBUBAU2kBDvNP3f9wuUhUqCU3cjsboy/Q9IWmS4LWUlW0Ms+UJCkLx6JCvCFkmWH</DigestValue>
      </Reference>
      <Reference URI="/ppt/slides/_rels/slide16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qFcamvpwpiaDcsGVqI4DSMM8J/ggHESHdzvAQvt2LtR/xWudCoLIYcYl8btzgDi3</DigestValue>
      </Reference>
      <Reference URI="/ppt/slides/_rels/slide17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</Transform>
          <Transform Algorithm="http://www.w3.org/TR/2001/REC-xml-c14n-20010315"/>
        </Transforms>
        <DigestMethod Algorithm="http://www.w3.org/2001/04/xmldsig-more#sha384"/>
        <DigestValue>1yWbY3tIRYxmIyjj7ptfCAE9JdBW9ZamZAiprtRK6jSlTDLhNUxmCkkHwSHPrn32</DigestValue>
      </Reference>
      <Reference URI="/ppt/slides/_rels/slide18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</Transform>
          <Transform Algorithm="http://www.w3.org/TR/2001/REC-xml-c14n-20010315"/>
        </Transforms>
        <DigestMethod Algorithm="http://www.w3.org/2001/04/xmldsig-more#sha384"/>
        <DigestValue>6uyve+i+8fcbJyfNZmz9MPhrrRt7lHvu0qQU4yD8XwjYqrbYGufp+3wye74jklJi</DigestValue>
      </Reference>
      <Reference URI="/ppt/slides/_rels/slide19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jBUBAU2kBDvNP3f9wuUhUqCU3cjsboy/Q9IWmS4LWUlW0Ms+UJCkLx6JCvCFkmWH</DigestValue>
      </Reference>
      <Reference URI="/ppt/slides/_rels/slide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7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  <mdssi:RelationshipReference xmlns:mdssi="http://schemas.openxmlformats.org/package/2006/digital-signature" SourceId="rId8"/>
            <mdssi:RelationshipReference xmlns:mdssi="http://schemas.openxmlformats.org/package/2006/digital-signature" SourceId="rId3"/>
          </Transform>
          <Transform Algorithm="http://www.w3.org/TR/2001/REC-xml-c14n-20010315"/>
        </Transforms>
        <DigestMethod Algorithm="http://www.w3.org/2001/04/xmldsig-more#sha384"/>
        <DigestValue>rG+7tPIKpJvs5TgxOf2BeOgU2lMfaZKuJHsA5V5Zv2iNhmMDVyvj8NsIui9VlRVu</DigestValue>
      </Reference>
      <Reference URI="/ppt/slides/_rels/slide20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6"/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SG8sYN9sMbqVZZjyOvk+eiEPhhnoc2FcvhfF32UKpHAw0scWacWY1QfQvvMoZkHZ</DigestValue>
      </Reference>
      <Reference URI="/ppt/slides/_rels/slide2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</Transform>
          <Transform Algorithm="http://www.w3.org/TR/2001/REC-xml-c14n-20010315"/>
        </Transforms>
        <DigestMethod Algorithm="http://www.w3.org/2001/04/xmldsig-more#sha384"/>
        <DigestValue>knFXR4MJNMgecCmzoII00hrVKM8wdxoPMQ+KEC+7ywZmDBOx27u7NjQ/CtrVWG98</DigestValue>
      </Reference>
      <Reference URI="/ppt/slides/_rels/slide2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</Transform>
          <Transform Algorithm="http://www.w3.org/TR/2001/REC-xml-c14n-20010315"/>
        </Transforms>
        <DigestMethod Algorithm="http://www.w3.org/2001/04/xmldsig-more#sha384"/>
        <DigestValue>GXeiWEnMwGcoIzhuyopi4zud0vpXofS/AEDweu7QfiCP3aZoYMua34+RrjgBrDCD</DigestValue>
      </Reference>
      <Reference URI="/ppt/slides/_rels/slide23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5"/>
          </Transform>
          <Transform Algorithm="http://www.w3.org/TR/2001/REC-xml-c14n-20010315"/>
        </Transforms>
        <DigestMethod Algorithm="http://www.w3.org/2001/04/xmldsig-more#sha384"/>
        <DigestValue>kHLXPFl27MxPIjfIessfG2ErfJs5wK2I2T1HvahGI3GiDbcxDLkKF0LA3VjoFm7B</DigestValue>
      </Reference>
      <Reference URI="/ppt/slides/_rels/slide24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</Transform>
          <Transform Algorithm="http://www.w3.org/TR/2001/REC-xml-c14n-20010315"/>
        </Transforms>
        <DigestMethod Algorithm="http://www.w3.org/2001/04/xmldsig-more#sha384"/>
        <DigestValue>XbTcx5+UelBTl31ye8f8lfQTnhZ80rU3lQNSy05URZl+Y8bTXdRchV+rt1OWvR4V</DigestValue>
      </Reference>
      <Reference URI="/ppt/slides/_rels/slide25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7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</Transform>
          <Transform Algorithm="http://www.w3.org/TR/2001/REC-xml-c14n-20010315"/>
        </Transforms>
        <DigestMethod Algorithm="http://www.w3.org/2001/04/xmldsig-more#sha384"/>
        <DigestValue>8XpUpDn8UUn4//92/78TjX8WCZlzrLrz25Xf5+dyZCW43qRA4sdGVp+uzU84k6Tu</DigestValue>
      </Reference>
      <Reference URI="/ppt/slides/_rels/slide26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</Transform>
          <Transform Algorithm="http://www.w3.org/TR/2001/REC-xml-c14n-20010315"/>
        </Transforms>
        <DigestMethod Algorithm="http://www.w3.org/2001/04/xmldsig-more#sha384"/>
        <DigestValue>E84OcnvqACjMo3ro22PsdJZbQwMGgWOyJF75grFYS3ce3WpY7eXFWod6yMTCnsA/</DigestValue>
      </Reference>
      <Reference URI="/ppt/slides/_rels/slide27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  <mdssi:RelationshipReference xmlns:mdssi="http://schemas.openxmlformats.org/package/2006/digital-signature" SourceId="rId7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vXR3o+cBI99o0MmzRaVM6voQJmQH2k132j28+qux+c921AQrV8IgyRj3G/hNNu+t</DigestValue>
      </Reference>
      <Reference URI="/ppt/slides/_rels/slide28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tOrL+4rkhqtHl+mkfTnSmeigI9E2u5CUWfj3tOeSr/1jcnDVXsN1SzxEDmbqsGVy</DigestValue>
      </Reference>
      <Reference URI="/ppt/slides/_rels/slide29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6"/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bzc1ptXGkZVY3y0z1Z/afDBpD1fOvcA+uf9P7ClNbVGuYYWDbUutJebH1InYy5bs</DigestValue>
      </Reference>
      <Reference URI="/ppt/slides/_rels/slide3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5"/>
            <mdssi:RelationshipReference xmlns:mdssi="http://schemas.openxmlformats.org/package/2006/digital-signature" SourceId="rId15"/>
            <mdssi:RelationshipReference xmlns:mdssi="http://schemas.openxmlformats.org/package/2006/digital-signature" SourceId="rId23"/>
            <mdssi:RelationshipReference xmlns:mdssi="http://schemas.openxmlformats.org/package/2006/digital-signature" SourceId="rId10"/>
            <mdssi:RelationshipReference xmlns:mdssi="http://schemas.openxmlformats.org/package/2006/digital-signature" SourceId="rId19"/>
            <mdssi:RelationshipReference xmlns:mdssi="http://schemas.openxmlformats.org/package/2006/digital-signature" SourceId="rId4"/>
            <mdssi:RelationshipReference xmlns:mdssi="http://schemas.openxmlformats.org/package/2006/digital-signature" SourceId="rId9"/>
            <mdssi:RelationshipReference xmlns:mdssi="http://schemas.openxmlformats.org/package/2006/digital-signature" SourceId="rId14"/>
            <mdssi:RelationshipReference xmlns:mdssi="http://schemas.openxmlformats.org/package/2006/digital-signature" SourceId="rId22"/>
            <mdssi:RelationshipReference xmlns:mdssi="http://schemas.openxmlformats.org/package/2006/digital-signature" SourceId="rId8"/>
            <mdssi:RelationshipReference xmlns:mdssi="http://schemas.openxmlformats.org/package/2006/digital-signature" SourceId="rId13"/>
            <mdssi:RelationshipReference xmlns:mdssi="http://schemas.openxmlformats.org/package/2006/digital-signature" SourceId="rId18"/>
            <mdssi:RelationshipReference xmlns:mdssi="http://schemas.openxmlformats.org/package/2006/digital-signature" SourceId="rId3"/>
            <mdssi:RelationshipReference xmlns:mdssi="http://schemas.openxmlformats.org/package/2006/digital-signature" SourceId="rId21"/>
            <mdssi:RelationshipReference xmlns:mdssi="http://schemas.openxmlformats.org/package/2006/digital-signature" SourceId="rId7"/>
            <mdssi:RelationshipReference xmlns:mdssi="http://schemas.openxmlformats.org/package/2006/digital-signature" SourceId="rId12"/>
            <mdssi:RelationshipReference xmlns:mdssi="http://schemas.openxmlformats.org/package/2006/digital-signature" SourceId="rId17"/>
            <mdssi:RelationshipReference xmlns:mdssi="http://schemas.openxmlformats.org/package/2006/digital-signature" SourceId="rId2"/>
            <mdssi:RelationshipReference xmlns:mdssi="http://schemas.openxmlformats.org/package/2006/digital-signature" SourceId="rId16"/>
            <mdssi:RelationshipReference xmlns:mdssi="http://schemas.openxmlformats.org/package/2006/digital-signature" SourceId="rId20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11"/>
          </Transform>
          <Transform Algorithm="http://www.w3.org/TR/2001/REC-xml-c14n-20010315"/>
        </Transforms>
        <DigestMethod Algorithm="http://www.w3.org/2001/04/xmldsig-more#sha384"/>
        <DigestValue>cO0yMqEkbFyu7elu6tWbz7oKx/szIUJ4SfQR03ma6YI1decvYqEIsmH7c2mipvGh</DigestValue>
      </Reference>
      <Reference URI="/ppt/slides/_rels/slide30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uaaaPMYJ3Nf7T/LHtZOFFEBto8Btg+r0/5yXFrNBj+skFhNyMwR0ywuziGmU1P4H</DigestValue>
      </Reference>
      <Reference URI="/ppt/slides/_rels/slide3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</Transform>
          <Transform Algorithm="http://www.w3.org/TR/2001/REC-xml-c14n-20010315"/>
        </Transforms>
        <DigestMethod Algorithm="http://www.w3.org/2001/04/xmldsig-more#sha384"/>
        <DigestValue>xB/mCWSvIuJgaOtwX6b5tefXykNFkyPTYub+N0dVvF48aUzDNgcxvHP2nxclwL/+</DigestValue>
      </Reference>
      <Reference URI="/ppt/slides/_rels/slide3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7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</Transform>
          <Transform Algorithm="http://www.w3.org/TR/2001/REC-xml-c14n-20010315"/>
        </Transforms>
        <DigestMethod Algorithm="http://www.w3.org/2001/04/xmldsig-more#sha384"/>
        <DigestValue>qvkDm8Jjgf4GpPVj4LvEyAygUbEO9AEwRGhwuS1R+83Ifw6pHJcTedvsEJZR+oo7</DigestValue>
      </Reference>
      <Reference URI="/ppt/slides/_rels/slide33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  <mdssi:RelationshipReference xmlns:mdssi="http://schemas.openxmlformats.org/package/2006/digital-signature" SourceId="rId7"/>
          </Transform>
          <Transform Algorithm="http://www.w3.org/TR/2001/REC-xml-c14n-20010315"/>
        </Transforms>
        <DigestMethod Algorithm="http://www.w3.org/2001/04/xmldsig-more#sha384"/>
        <DigestValue>YIuBYpawURTRbEaE25MGWqTIwcEoEKD92WL4gKdDlBUWwISTSaDo6Of1z8qWR+Oo</DigestValue>
      </Reference>
      <Reference URI="/ppt/slides/_rels/slide34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  <mdssi:RelationshipReference xmlns:mdssi="http://schemas.openxmlformats.org/package/2006/digital-signature" SourceId="rId7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qaROl5F+MC92axBQaCh2MI/841/HJ9AedSswyv47VQsk7bcKI1upnWJ0//b6mmKG</DigestValue>
      </Reference>
      <Reference URI="/ppt/slides/_rels/slide35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  <mdssi:RelationshipReference xmlns:mdssi="http://schemas.openxmlformats.org/package/2006/digital-signature" SourceId="rId7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5"/>
          </Transform>
          <Transform Algorithm="http://www.w3.org/TR/2001/REC-xml-c14n-20010315"/>
        </Transforms>
        <DigestMethod Algorithm="http://www.w3.org/2001/04/xmldsig-more#sha384"/>
        <DigestValue>oRF9lHG1otIRTeNVMgrp2iwU9FIYjUEQg31SrLRXjoQKiB1gY+4V4NpJVMU3KmeJ</DigestValue>
      </Reference>
      <Reference URI="/ppt/slides/_rels/slide36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J9tflghKCznHbEjMjg0GkdT/7xiXtMHrP2zFzrQ/TESYTTR4qZvHDPbKtqcVCT9Q</DigestValue>
      </Reference>
      <Reference URI="/ppt/slides/_rels/slide37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1a0hG0rUR6mIkpkizYwXrnEWFnFDxnXS3Leu3SpqYoqkypXPAw9N6khG92z/0uuC</DigestValue>
      </Reference>
      <Reference URI="/ppt/slides/_rels/slide38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5CfU2Itug+8saR3cukdk25nj9BojbFwdPWuF0NOFhv5sXV0lcAsHBJbIEmUYNjcu</DigestValue>
      </Reference>
      <Reference URI="/ppt/slides/_rels/slide39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8"/>
            <mdssi:RelationshipReference xmlns:mdssi="http://schemas.openxmlformats.org/package/2006/digital-signature" SourceId="rId3"/>
            <mdssi:RelationshipReference xmlns:mdssi="http://schemas.openxmlformats.org/package/2006/digital-signature" SourceId="rId7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</Transform>
          <Transform Algorithm="http://www.w3.org/TR/2001/REC-xml-c14n-20010315"/>
        </Transforms>
        <DigestMethod Algorithm="http://www.w3.org/2001/04/xmldsig-more#sha384"/>
        <DigestValue>kJNR0c49GeHR7mycqDF8BWMypq9zeVtfoc9r36wbgjAqckQBEMZ+qLK6x9Br7N8l</DigestValue>
      </Reference>
      <Reference URI="/ppt/slides/_rels/slide4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yO0/aRAVp6HiZR/pEjXF3A4D4TbBUWvtiHzJGkkcIHPFcu6OYfcfd5FVyum99K5n</DigestValue>
      </Reference>
      <Reference URI="/ppt/slides/_rels/slide40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4"/>
          </Transform>
          <Transform Algorithm="http://www.w3.org/TR/2001/REC-xml-c14n-20010315"/>
        </Transforms>
        <DigestMethod Algorithm="http://www.w3.org/2001/04/xmldsig-more#sha384"/>
        <DigestValue>IKDXZouhQL0GB5WWtQjgD/AjCNb7iyZ+jdo+K0XUh0H0tm0ZKu04oGvzpXiHMw8I</DigestValue>
      </Reference>
      <Reference URI="/ppt/slides/_rels/slide41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</Transform>
          <Transform Algorithm="http://www.w3.org/TR/2001/REC-xml-c14n-20010315"/>
        </Transforms>
        <DigestMethod Algorithm="http://www.w3.org/2001/04/xmldsig-more#sha384"/>
        <DigestValue>Uv5eHVYQzV+9Or5tn6sVyvpm8rw841oZfnjf5+hTx5YLc2YxtPkiCQscL+OCq/Im</DigestValue>
      </Reference>
      <Reference URI="/ppt/slides/_rels/slide42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</Transform>
          <Transform Algorithm="http://www.w3.org/TR/2001/REC-xml-c14n-20010315"/>
        </Transforms>
        <DigestMethod Algorithm="http://www.w3.org/2001/04/xmldsig-more#sha384"/>
        <DigestValue>WaYEqJLItcxf7maGmZoBg3abNy9DgbGU4frV0Oy0GXvquRxZZn0lR4EojFGF77RN</DigestValue>
      </Reference>
      <Reference URI="/ppt/slides/_rels/slide43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i4/ckeULCCFVpaVBvBmlqhYihMOF7ElhxNAwAt6dvJE8PdzbGGyxDtPceBLvcpmg</DigestValue>
      </Reference>
      <Reference URI="/ppt/slides/_rels/slide5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6"/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  <mdssi:RelationshipReference xmlns:mdssi="http://schemas.openxmlformats.org/package/2006/digital-signature" SourceId="rId7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Mmo138hJBVCTfoSogRyCTfmKG2yKzGnBxaGFTkOVXGILXbm1WQ3p09Vlw6F3mJIV</DigestValue>
      </Reference>
      <Reference URI="/ppt/slides/_rels/slide6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</Transform>
          <Transform Algorithm="http://www.w3.org/TR/2001/REC-xml-c14n-20010315"/>
        </Transforms>
        <DigestMethod Algorithm="http://www.w3.org/2001/04/xmldsig-more#sha384"/>
        <DigestValue>NRLcb3CHL0wpfuTQaCkjlOHvlYgIt2AJx2AMWlfMTGQxnvb8PnNSJIVZENE/aOfs</DigestValue>
      </Reference>
      <Reference URI="/ppt/slides/_rels/slide7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6"/>
            <mdssi:RelationshipReference xmlns:mdssi="http://schemas.openxmlformats.org/package/2006/digital-signature" SourceId="rId5"/>
            <mdssi:RelationshipReference xmlns:mdssi="http://schemas.openxmlformats.org/package/2006/digital-signature" SourceId="rId4"/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</Transform>
          <Transform Algorithm="http://www.w3.org/TR/2001/REC-xml-c14n-20010315"/>
        </Transforms>
        <DigestMethod Algorithm="http://www.w3.org/2001/04/xmldsig-more#sha384"/>
        <DigestValue>bmlkLvgQ8P0fcSM12zvbQUxXYjU2jZREj6QYKDQbHgYMmw7Tv1VAGxJttsb4YyCm</DigestValue>
      </Reference>
      <Reference URI="/ppt/slides/_rels/slide8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3"/>
            <mdssi:RelationshipReference xmlns:mdssi="http://schemas.openxmlformats.org/package/2006/digital-signature" SourceId="rId2"/>
            <mdssi:RelationshipReference xmlns:mdssi="http://schemas.openxmlformats.org/package/2006/digital-signature" SourceId="rId1"/>
            <mdssi:RelationshipReference xmlns:mdssi="http://schemas.openxmlformats.org/package/2006/digital-signature" SourceId="rId4"/>
          </Transform>
          <Transform Algorithm="http://www.w3.org/TR/2001/REC-xml-c14n-20010315"/>
        </Transforms>
        <DigestMethod Algorithm="http://www.w3.org/2001/04/xmldsig-more#sha384"/>
        <DigestValue>rz9ziRtP4qoAIQBZwFQjyeR/kLq5XwwbVqv78dADaTudwdyPQBr6tvRNpM2Gq02u</DigestValue>
      </Reference>
      <Reference URI="/ppt/slides/_rels/slide9.xml.rels?ContentType=application/vnd.openxmlformats-package.relationships+xml">
        <Transforms>
          <Transform Algorithm="http://schemas.openxmlformats.org/package/2006/RelationshipTransform">
            <mdssi:RelationshipReference xmlns:mdssi="http://schemas.openxmlformats.org/package/2006/digital-signature" SourceId="rId1"/>
            <mdssi:RelationshipReference xmlns:mdssi="http://schemas.openxmlformats.org/package/2006/digital-signature" SourceId="rId2"/>
          </Transform>
          <Transform Algorithm="http://www.w3.org/TR/2001/REC-xml-c14n-20010315"/>
        </Transforms>
        <DigestMethod Algorithm="http://www.w3.org/2001/04/xmldsig-more#sha384"/>
        <DigestValue>9ssdGWiZw0WWqiJqFnm7T+mfhvTUr16APfJp3ez3orVrJnLl1u203iKBQJnJtp8q</DigestValue>
      </Reference>
      <Reference URI="/ppt/slides/slide1.xml?ContentType=application/vnd.openxmlformats-officedocument.presentationml.slide+xml">
        <DigestMethod Algorithm="http://www.w3.org/2001/04/xmldsig-more#sha384"/>
        <DigestValue>/7AQuE0FBguuITKKV/L4U3am8eN/I03fgnAdP0w1r+FIFvo+IMdhaeP7vB3ZFuh9</DigestValue>
      </Reference>
      <Reference URI="/ppt/slides/slide10.xml?ContentType=application/vnd.openxmlformats-officedocument.presentationml.slide+xml">
        <DigestMethod Algorithm="http://www.w3.org/2001/04/xmldsig-more#sha384"/>
        <DigestValue>DHjc2aKKTCRwvHkMs/i4l7DcsA4ws7YQJxLnBGDMgRojR0vvOAxsP8LDxAV9gPAQ</DigestValue>
      </Reference>
      <Reference URI="/ppt/slides/slide11.xml?ContentType=application/vnd.openxmlformats-officedocument.presentationml.slide+xml">
        <DigestMethod Algorithm="http://www.w3.org/2001/04/xmldsig-more#sha384"/>
        <DigestValue>hiL5UT2B3R1ZJuNXAwkItvJbXAKRjMgPu09/ouJOx+2rFTR+YcpRxw5r9JIRb9D7</DigestValue>
      </Reference>
      <Reference URI="/ppt/slides/slide12.xml?ContentType=application/vnd.openxmlformats-officedocument.presentationml.slide+xml">
        <DigestMethod Algorithm="http://www.w3.org/2001/04/xmldsig-more#sha384"/>
        <DigestValue>zR8gomI/Q5NK3p1xalkMtwe77XPtf5ZTElBrT9roIOEAibqwfQjQnL73DyLDxxrz</DigestValue>
      </Reference>
      <Reference URI="/ppt/slides/slide13.xml?ContentType=application/vnd.openxmlformats-officedocument.presentationml.slide+xml">
        <DigestMethod Algorithm="http://www.w3.org/2001/04/xmldsig-more#sha384"/>
        <DigestValue>GFfOZIt05YbVybwuQX7PyQONSiwHxIMdss4YjSuarPHjMKpsVlHaliEjGG0+EEyU</DigestValue>
      </Reference>
      <Reference URI="/ppt/slides/slide14.xml?ContentType=application/vnd.openxmlformats-officedocument.presentationml.slide+xml">
        <DigestMethod Algorithm="http://www.w3.org/2001/04/xmldsig-more#sha384"/>
        <DigestValue>J7kmKCMlwdBJ/buxTRacUqd6/mw1rRUwYhsvzhfZ6CictqqhmEVk/qZLqhDIYALY</DigestValue>
      </Reference>
      <Reference URI="/ppt/slides/slide15.xml?ContentType=application/vnd.openxmlformats-officedocument.presentationml.slide+xml">
        <DigestMethod Algorithm="http://www.w3.org/2001/04/xmldsig-more#sha384"/>
        <DigestValue>8bo45WVRH4wb4InKOslHPrf7h/LQlDsQCxTrWwMbMJLRMhHDyBSQ6c76owonLZzb</DigestValue>
      </Reference>
      <Reference URI="/ppt/slides/slide16.xml?ContentType=application/vnd.openxmlformats-officedocument.presentationml.slide+xml">
        <DigestMethod Algorithm="http://www.w3.org/2001/04/xmldsig-more#sha384"/>
        <DigestValue>5qW6AOatJlCyvRbia57CavWeAYdMRMBVE7wfAdb4cDBE7IQ5RVDcbVq+1kdckWLH</DigestValue>
      </Reference>
      <Reference URI="/ppt/slides/slide17.xml?ContentType=application/vnd.openxmlformats-officedocument.presentationml.slide+xml">
        <DigestMethod Algorithm="http://www.w3.org/2001/04/xmldsig-more#sha384"/>
        <DigestValue>M9gU8siMSGAtQ0b35jinfBJUdJiWrKIwRRlgNgPy8jYIGRUcfn4Qb+V/Nyw6OJV5</DigestValue>
      </Reference>
      <Reference URI="/ppt/slides/slide18.xml?ContentType=application/vnd.openxmlformats-officedocument.presentationml.slide+xml">
        <DigestMethod Algorithm="http://www.w3.org/2001/04/xmldsig-more#sha384"/>
        <DigestValue>6y0ZnD0LrPxS/Ic5P3mmSdHEbD1pWaRykM+/2milLoDjM7lSB18jeKJ3M+nDfS64</DigestValue>
      </Reference>
      <Reference URI="/ppt/slides/slide19.xml?ContentType=application/vnd.openxmlformats-officedocument.presentationml.slide+xml">
        <DigestMethod Algorithm="http://www.w3.org/2001/04/xmldsig-more#sha384"/>
        <DigestValue>bTaQaxhkWLm1ssbCbqurDWi4UYAUS9nTs6XOsg855tBOSOL859cgiJRQAgbRKX1u</DigestValue>
      </Reference>
      <Reference URI="/ppt/slides/slide2.xml?ContentType=application/vnd.openxmlformats-officedocument.presentationml.slide+xml">
        <DigestMethod Algorithm="http://www.w3.org/2001/04/xmldsig-more#sha384"/>
        <DigestValue>gY7PUi8xC7XV5hfZ/2Ne+D2+i+AH4UOarmMCf0FnliDqlvIHxR7nMtMdJR+JWdtd</DigestValue>
      </Reference>
      <Reference URI="/ppt/slides/slide20.xml?ContentType=application/vnd.openxmlformats-officedocument.presentationml.slide+xml">
        <DigestMethod Algorithm="http://www.w3.org/2001/04/xmldsig-more#sha384"/>
        <DigestValue>TTHWxxb3/bY4x3CxG0eQZ/YcxC62J8OTu2u4TAJazR97wW1iE6ubgFa5OL/2e6km</DigestValue>
      </Reference>
      <Reference URI="/ppt/slides/slide21.xml?ContentType=application/vnd.openxmlformats-officedocument.presentationml.slide+xml">
        <DigestMethod Algorithm="http://www.w3.org/2001/04/xmldsig-more#sha384"/>
        <DigestValue>TLp74sUeXV17mt6fb8BAIbOVuyBHjaMsjn6+xm24SArM9fmagXm9ywn0mFhiDiYB</DigestValue>
      </Reference>
      <Reference URI="/ppt/slides/slide22.xml?ContentType=application/vnd.openxmlformats-officedocument.presentationml.slide+xml">
        <DigestMethod Algorithm="http://www.w3.org/2001/04/xmldsig-more#sha384"/>
        <DigestValue>Y2VpYQ5YR7550Q9er4VcixawVn8aCjQKuN1IjqR2BTiboyFtLzsU1gVkPv8wsXh0</DigestValue>
      </Reference>
      <Reference URI="/ppt/slides/slide23.xml?ContentType=application/vnd.openxmlformats-officedocument.presentationml.slide+xml">
        <DigestMethod Algorithm="http://www.w3.org/2001/04/xmldsig-more#sha384"/>
        <DigestValue>yr+USfoqhvCKE6oMIN1+IoJAtkskklQiMf4WtiTdN3VLgGjmqAVlYnvf9PvVxNbW</DigestValue>
      </Reference>
      <Reference URI="/ppt/slides/slide24.xml?ContentType=application/vnd.openxmlformats-officedocument.presentationml.slide+xml">
        <DigestMethod Algorithm="http://www.w3.org/2001/04/xmldsig-more#sha384"/>
        <DigestValue>3G31RA6SEf6e7QRsGeIPFWit73iloAYT8DCBWPNAvZI/OV0XOnQHzqByelZyU6UY</DigestValue>
      </Reference>
      <Reference URI="/ppt/slides/slide25.xml?ContentType=application/vnd.openxmlformats-officedocument.presentationml.slide+xml">
        <DigestMethod Algorithm="http://www.w3.org/2001/04/xmldsig-more#sha384"/>
        <DigestValue>Oe3TnpOh7FXmpEtva9CXeG1TCIQDis5ZlRUZn2jyPA6rfpIpOvmxOVe28bsHFKKy</DigestValue>
      </Reference>
      <Reference URI="/ppt/slides/slide26.xml?ContentType=application/vnd.openxmlformats-officedocument.presentationml.slide+xml">
        <DigestMethod Algorithm="http://www.w3.org/2001/04/xmldsig-more#sha384"/>
        <DigestValue>fC1bTjI3P+kznJ5L4+22GczZ9fdkqKqoMg1YHpcjfJ6ZpDiok+1XhHD8exz3zYuL</DigestValue>
      </Reference>
      <Reference URI="/ppt/slides/slide27.xml?ContentType=application/vnd.openxmlformats-officedocument.presentationml.slide+xml">
        <DigestMethod Algorithm="http://www.w3.org/2001/04/xmldsig-more#sha384"/>
        <DigestValue>ZOtK75O6WNIxS2bHJhtuj/gZYzRVtFkHxuQhJ0CRdqKhIie+MxMOBStQxbqAVG3J</DigestValue>
      </Reference>
      <Reference URI="/ppt/slides/slide28.xml?ContentType=application/vnd.openxmlformats-officedocument.presentationml.slide+xml">
        <DigestMethod Algorithm="http://www.w3.org/2001/04/xmldsig-more#sha384"/>
        <DigestValue>dQIP3gvvV031m0nMR+J0r1I/K7akHKDcHbW5AirnkWmZIkGgUesjJAywkBzDaM2K</DigestValue>
      </Reference>
      <Reference URI="/ppt/slides/slide29.xml?ContentType=application/vnd.openxmlformats-officedocument.presentationml.slide+xml">
        <DigestMethod Algorithm="http://www.w3.org/2001/04/xmldsig-more#sha384"/>
        <DigestValue>iLdDbeVbhnSWxqjN6ealsnK9FSwh/1CEtI9wYBHydtoeOX+Bqz+6bRD3EQDVYVWi</DigestValue>
      </Reference>
      <Reference URI="/ppt/slides/slide3.xml?ContentType=application/vnd.openxmlformats-officedocument.presentationml.slide+xml">
        <DigestMethod Algorithm="http://www.w3.org/2001/04/xmldsig-more#sha384"/>
        <DigestValue>U58swDPOKvcVoTgwbg3EHcWua892NaNOKXswTVuvj9Jkq43gvGmEnphKxlYmxGMe</DigestValue>
      </Reference>
      <Reference URI="/ppt/slides/slide30.xml?ContentType=application/vnd.openxmlformats-officedocument.presentationml.slide+xml">
        <DigestMethod Algorithm="http://www.w3.org/2001/04/xmldsig-more#sha384"/>
        <DigestValue>MK+D4ZEojffwwdTY91kwXiPS5gt1MFsKS7SWbiLG/jpDoiCXkpMiN/7HtIPJuzCj</DigestValue>
      </Reference>
      <Reference URI="/ppt/slides/slide31.xml?ContentType=application/vnd.openxmlformats-officedocument.presentationml.slide+xml">
        <DigestMethod Algorithm="http://www.w3.org/2001/04/xmldsig-more#sha384"/>
        <DigestValue>4epKy+mMCMhNtYA60WketwS3UWE6A7z053h8RbvJ9m8h+ETiOl8NzWPNtQr5hi8B</DigestValue>
      </Reference>
      <Reference URI="/ppt/slides/slide32.xml?ContentType=application/vnd.openxmlformats-officedocument.presentationml.slide+xml">
        <DigestMethod Algorithm="http://www.w3.org/2001/04/xmldsig-more#sha384"/>
        <DigestValue>k/3I47OOPMQ2MkUzBz14WA/s7vQKTGhR6zEClS2cItmj4IY6vSqH8mYtHnWiOFDr</DigestValue>
      </Reference>
      <Reference URI="/ppt/slides/slide33.xml?ContentType=application/vnd.openxmlformats-officedocument.presentationml.slide+xml">
        <DigestMethod Algorithm="http://www.w3.org/2001/04/xmldsig-more#sha384"/>
        <DigestValue>WPOARnKjMgx/h17oKj0AqoZ+ZSW4XxAbbKndSQQVHB/qt5DkLr6ZmeSjq+rnq7q1</DigestValue>
      </Reference>
      <Reference URI="/ppt/slides/slide34.xml?ContentType=application/vnd.openxmlformats-officedocument.presentationml.slide+xml">
        <DigestMethod Algorithm="http://www.w3.org/2001/04/xmldsig-more#sha384"/>
        <DigestValue>KokUMk3GSYm+1iH+oY+9W+yAQ8/J6JMMwiF5Rd9+Xg1YzFdHvRLneFyekGNmJT2m</DigestValue>
      </Reference>
      <Reference URI="/ppt/slides/slide35.xml?ContentType=application/vnd.openxmlformats-officedocument.presentationml.slide+xml">
        <DigestMethod Algorithm="http://www.w3.org/2001/04/xmldsig-more#sha384"/>
        <DigestValue>8RsPF3zvq2ylTG4QF7+Q9+VD8qNhf8Xgb7s+DNoPz+ILDxdDgSLHaXZH1xQnOmxD</DigestValue>
      </Reference>
      <Reference URI="/ppt/slides/slide36.xml?ContentType=application/vnd.openxmlformats-officedocument.presentationml.slide+xml">
        <DigestMethod Algorithm="http://www.w3.org/2001/04/xmldsig-more#sha384"/>
        <DigestValue>j+egrCro3dJl6EHQlayK8QNqdxoHJ2tbrxmxUASoUzpdnBsMtRXyFGLwv/+VwP78</DigestValue>
      </Reference>
      <Reference URI="/ppt/slides/slide37.xml?ContentType=application/vnd.openxmlformats-officedocument.presentationml.slide+xml">
        <DigestMethod Algorithm="http://www.w3.org/2001/04/xmldsig-more#sha384"/>
        <DigestValue>BUHTAWbcz1ED/OcabsfToBs/Q/utKncVnSIKv0fNaGMULLE9V0VLndO8aKVsOhzW</DigestValue>
      </Reference>
      <Reference URI="/ppt/slides/slide38.xml?ContentType=application/vnd.openxmlformats-officedocument.presentationml.slide+xml">
        <DigestMethod Algorithm="http://www.w3.org/2001/04/xmldsig-more#sha384"/>
        <DigestValue>VOXZbWEZZWZqyvptY+EdXxA6D4FPPATfdEJbFS1b+bUrluz4paartcF+wbUUpV5v</DigestValue>
      </Reference>
      <Reference URI="/ppt/slides/slide39.xml?ContentType=application/vnd.openxmlformats-officedocument.presentationml.slide+xml">
        <DigestMethod Algorithm="http://www.w3.org/2001/04/xmldsig-more#sha384"/>
        <DigestValue>Jq1AVo7ijAI632KffxrNX0cd4GoSoIbFuAOa0jCHdW7bYJBt4Q2tpie43uOpR+ip</DigestValue>
      </Reference>
      <Reference URI="/ppt/slides/slide4.xml?ContentType=application/vnd.openxmlformats-officedocument.presentationml.slide+xml">
        <DigestMethod Algorithm="http://www.w3.org/2001/04/xmldsig-more#sha384"/>
        <DigestValue>G3PMn2ykMpJwvuICsxNICLnYWfhGFIl5GCMagQfSZqDzb6mYt+tJjo7qAd/ZFg1G</DigestValue>
      </Reference>
      <Reference URI="/ppt/slides/slide40.xml?ContentType=application/vnd.openxmlformats-officedocument.presentationml.slide+xml">
        <DigestMethod Algorithm="http://www.w3.org/2001/04/xmldsig-more#sha384"/>
        <DigestValue>Guv4NiogEOgLnSvPMD4qgsVDAVXLVBQslVfxr9J9jJMJl0DR1RPVVn2U7FtjIfdy</DigestValue>
      </Reference>
      <Reference URI="/ppt/slides/slide41.xml?ContentType=application/vnd.openxmlformats-officedocument.presentationml.slide+xml">
        <DigestMethod Algorithm="http://www.w3.org/2001/04/xmldsig-more#sha384"/>
        <DigestValue>CmVAaUvqXOagqLIws6OM0ONTbpDFuvGjbqohSnrDEnDoUbxn7SuSldjCQGxXxVeC</DigestValue>
      </Reference>
      <Reference URI="/ppt/slides/slide42.xml?ContentType=application/vnd.openxmlformats-officedocument.presentationml.slide+xml">
        <DigestMethod Algorithm="http://www.w3.org/2001/04/xmldsig-more#sha384"/>
        <DigestValue>2+coTXdxp6gJf6wwPokZGSu6CdTB+XIPMZs/d5/G7D9z7gUWoHiyujrGYHS4JOVJ</DigestValue>
      </Reference>
      <Reference URI="/ppt/slides/slide43.xml?ContentType=application/vnd.openxmlformats-officedocument.presentationml.slide+xml">
        <DigestMethod Algorithm="http://www.w3.org/2001/04/xmldsig-more#sha384"/>
        <DigestValue>kX9P6sXMaBtcawj0PbbVhYYAhaRedlaz2qPaFHNBZfutza1U24/3NAOfHAV/9om2</DigestValue>
      </Reference>
      <Reference URI="/ppt/slides/slide5.xml?ContentType=application/vnd.openxmlformats-officedocument.presentationml.slide+xml">
        <DigestMethod Algorithm="http://www.w3.org/2001/04/xmldsig-more#sha384"/>
        <DigestValue>mVCNjLsbZG1SM9RLM6yIIPqz6/T1ngbyhV8mcUDec6W/pirYQ94goQ+Bpt2aiwWH</DigestValue>
      </Reference>
      <Reference URI="/ppt/slides/slide6.xml?ContentType=application/vnd.openxmlformats-officedocument.presentationml.slide+xml">
        <DigestMethod Algorithm="http://www.w3.org/2001/04/xmldsig-more#sha384"/>
        <DigestValue>zlkSc3bFcCvDVB+Tr3RYJP1hQ/SAz3ZfEZQb/AO4TXEb/n9YKD6ycudfathM10E7</DigestValue>
      </Reference>
      <Reference URI="/ppt/slides/slide7.xml?ContentType=application/vnd.openxmlformats-officedocument.presentationml.slide+xml">
        <DigestMethod Algorithm="http://www.w3.org/2001/04/xmldsig-more#sha384"/>
        <DigestValue>14+s3KJR874gW1qlJS6gIjg6ZJH9yX8B1l538AGcgFJ4llQ4elP23CH9jxHmOHiC</DigestValue>
      </Reference>
      <Reference URI="/ppt/slides/slide8.xml?ContentType=application/vnd.openxmlformats-officedocument.presentationml.slide+xml">
        <DigestMethod Algorithm="http://www.w3.org/2001/04/xmldsig-more#sha384"/>
        <DigestValue>aZl+0Yz4VYF0q7+vgGREywMo+z96zTMlOoyblbj5uwsd6rk+wK7Xsr2VejquxdyO</DigestValue>
      </Reference>
      <Reference URI="/ppt/slides/slide9.xml?ContentType=application/vnd.openxmlformats-officedocument.presentationml.slide+xml">
        <DigestMethod Algorithm="http://www.w3.org/2001/04/xmldsig-more#sha384"/>
        <DigestValue>qjzDJ7Qu0yd82lGR9B/JFV/CBFux868bERYl4pj0WeoKCk4Ckkete0a7ckYiybUw</DigestValue>
      </Reference>
      <Reference URI="/ppt/tableStyles.xml?ContentType=application/vnd.openxmlformats-officedocument.presentationml.tableStyles+xml">
        <DigestMethod Algorithm="http://www.w3.org/2001/04/xmldsig-more#sha384"/>
        <DigestValue>nmKku/a7mFStNjKGcVbBdjxAn1p/xwamMmuJAb70UVUOmfVM21S4exHwstBfYkz0</DigestValue>
      </Reference>
      <Reference URI="/ppt/theme/theme1.xml?ContentType=application/vnd.openxmlformats-officedocument.theme+xml">
        <DigestMethod Algorithm="http://www.w3.org/2001/04/xmldsig-more#sha384"/>
        <DigestValue>ZDfwTcS1E64gewr9UihnEgAghjp1QZIriX07zYDlot6c5cXsMy0Gl04kE6z9C1h7</DigestValue>
      </Reference>
      <Reference URI="/ppt/theme/theme2.xml?ContentType=application/vnd.openxmlformats-officedocument.theme+xml">
        <DigestMethod Algorithm="http://www.w3.org/2001/04/xmldsig-more#sha384"/>
        <DigestValue>3Dp9KG+XSkCjOG53rUgbOejcNQcT5GTAovErNZ/GoKNlZhz4z/RqYdNZvSikZivd</DigestValue>
      </Reference>
      <Reference URI="/ppt/viewProps.xml?ContentType=application/vnd.openxmlformats-officedocument.presentationml.viewProps+xml">
        <DigestMethod Algorithm="http://www.w3.org/2001/04/xmldsig-more#sha384"/>
        <DigestValue>2tYDMo6XUUmBh1HdeKRGYabTNki04cZa3jhnEu3SmqT6Ffwi9kromjhiN693fWXu</DigestValue>
      </Reference>
    </Manifest>
    <SignatureProperties>
      <SignatureProperty Id="idSignatureTime" Target="#idPackageSignature">
        <mdssi:SignatureTime xmlns:mdssi="http://schemas.openxmlformats.org/package/2006/digital-signature">
          <mdssi:Format>YYYY-MM-DDThh:mm:ssTZD</mdssi:Format>
          <mdssi:Value>2026-10-16T20:22:38Z</mdssi:Value>
        </mdssi:SignatureTime>
      </SignatureProperty>
    </SignatureProperties>
  </Object>
  <Object Id="idOfficeObject">
    <SignatureProperties>
      <SignatureProperty Id="idOfficeV1Details" Target="#idPackageSignature">
        <SignatureInfoV1 xmlns="http://schemas.microsoft.com/office/2006/digsig">
          <SetupID/>
          <SignatureText/>
          <SignatureImage/>
          <SignatureComments>서정훈</SignatureComments>
          <WindowsVersion>10.0</WindowsVersion>
          <OfficeVersion>16.0.10417/14</OfficeVersion>
          <ApplicationVersion>16.0.10417</ApplicationVersion>
          <Monitors>3</Monitors>
          <HorizontalResolution>2560</HorizontalResolution>
          <VerticalResolution>1440</VerticalResolution>
          <ColorDepth>32</ColorDepth>
          <SignatureProviderId>{00000000-0000-0000-0000-000000000000}</SignatureProviderId>
          <SignatureProviderUrl/>
          <SignatureProviderDetails>9</SignatureProviderDetails>
          <SignatureType>1</SignatureType>
        </SignatureInfoV1>
      </SignatureProperty>
    </SignatureProperties>
  </Object>
  <Object>
    <xd:QualifyingProperties xmlns:xd="http://uri.etsi.org/01903/v1.3.2#" Target="#idPackageSignature">
      <xd:SignedProperties Id="idSignedProperties">
        <xd:SignedSignatureProperties>
          <xd:SigningTime>2026-10-16T20:22:38Z</xd:SigningTime>
          <xd:SigningCertificate>
            <xd:Cert>
              <xd:CertDigest>
                <DigestMethod Algorithm="http://www.w3.org/2001/04/xmldsig-more#sha384"/>
                <DigestValue>batM9GvWkP9cxLjskkBStXgDLWgLXHjhPzCS6iJ5J8nsTNlwbCPTTntK1Bbd0eGy</DigestValue>
              </xd:CertDigest>
              <xd:IssuerSerial>
                <X509IssuerName>CN=c4e96747-7422-472d-9be6-d56387724720</X509IssuerName>
                <X509SerialNumber>8739046581378138491</X509SerialNumber>
              </xd:IssuerSerial>
            </xd:Cert>
          </xd:SigningCertificate>
          <xd:SignaturePolicyIdentifier>
            <xd:SignaturePolicyImplied/>
          </xd:SignaturePolicyIdentifier>
        </xd:SignedSignatureProperties>
        <xd:SignedDataObjectProperties>
          <xd:CommitmentTypeIndication>
            <xd:CommitmentTypeId>
              <xd:Identifier>http://uri.etsi.org/01903/v1.2.2#ProofOfOrigin</xd:Identifier>
              <xd:Description>이 문서를 만들고 승인했습니다.</xd:Description>
            </xd:CommitmentTypeId>
            <xd:AllSignedDataObjects/>
            <xd:CommitmentTypeQualifiers>
              <xd:CommitmentTypeQualifier>서정훈</xd:CommitmentTypeQualifier>
            </xd:CommitmentTypeQualifiers>
          </xd:CommitmentTypeIndication>
        </xd:SignedDataObjectProperties>
      </xd:SignedProperties>
    </xd:QualifyingProperties>
  </Object>
</Signature>
</file>

<file path=docProps/app.xml><?xml version="1.0" encoding="utf-8"?>
<Properties xmlns="http://schemas.openxmlformats.org/officeDocument/2006/extended-properties" xmlns:vt="http://schemas.openxmlformats.org/officeDocument/2006/docPropsVTypes">
  <TotalTime>456</TotalTime>
  <Words>758</Words>
  <Application>Microsoft Office PowerPoint</Application>
  <PresentationFormat>사용자 지정</PresentationFormat>
  <Paragraphs>323</Paragraphs>
  <Slides>43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47" baseType="lpstr">
      <vt:lpstr>Calibri</vt:lpstr>
      <vt:lpstr>Arial</vt:lpstr>
      <vt:lpstr>맑은 고딕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wire</dc:creator>
  <cp:lastModifiedBy>wire</cp:lastModifiedBy>
  <cp:revision>38</cp:revision>
  <dcterms:created xsi:type="dcterms:W3CDTF">2006-08-16T00:00:00Z</dcterms:created>
  <dcterms:modified xsi:type="dcterms:W3CDTF">2026-10-16T20:21:58Z</dcterms:modified>
</cp:coreProperties>
</file>